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95" r:id="rId2"/>
    <p:sldId id="285" r:id="rId3"/>
    <p:sldId id="284" r:id="rId4"/>
    <p:sldId id="292" r:id="rId5"/>
    <p:sldId id="294" r:id="rId6"/>
    <p:sldId id="296" r:id="rId7"/>
    <p:sldId id="291" r:id="rId8"/>
    <p:sldId id="286" r:id="rId9"/>
    <p:sldId id="287" r:id="rId10"/>
    <p:sldId id="288" r:id="rId11"/>
    <p:sldId id="289" r:id="rId12"/>
    <p:sldId id="290" r:id="rId13"/>
    <p:sldId id="297" r:id="rId14"/>
    <p:sldId id="298" r:id="rId15"/>
    <p:sldId id="301" r:id="rId16"/>
    <p:sldId id="299" r:id="rId17"/>
    <p:sldId id="3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1A47"/>
    <a:srgbClr val="FD6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B84ED-736D-B65F-D099-FF5498282845}" v="148" dt="2025-04-23T23:37:10.986"/>
    <p1510:client id="{544C9E15-957B-4FD8-98D4-A577337BC453}" v="153" dt="2025-04-24T01:15:02.379"/>
    <p1510:client id="{65F35442-3CBE-1947-9164-0794C5E4F264}" v="482" dt="2025-04-24T18:53:05.653"/>
    <p1510:client id="{6F466645-9FC0-4934-8427-3CC25FCA6E52}" v="90" dt="2025-04-23T21:30:09.013"/>
    <p1510:client id="{A8EB5FD7-7AB7-4C71-9EB2-47F22225E0AA}" v="2334" dt="2025-04-24T05:24:40.816"/>
    <p1510:client id="{BB4A9E6D-AF23-4B6E-88D3-F3FFC63EB0CF}" v="121" dt="2025-04-24T13:02:39.339"/>
    <p1510:client id="{CCFA5E04-735E-6BB8-6F19-DEEC769742F2}" v="139" dt="2025-04-24T18:43:47.5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vry A. Cooper" userId="S::kalvryc@clemson.edu::055462aa-a7db-4e88-ae14-754ff4ba5835" providerId="AD" clId="Web-{CCFA5E04-735E-6BB8-6F19-DEEC769742F2}"/>
    <pc:docChg chg="addSld modSld">
      <pc:chgData name="Kalvry A. Cooper" userId="S::kalvryc@clemson.edu::055462aa-a7db-4e88-ae14-754ff4ba5835" providerId="AD" clId="Web-{CCFA5E04-735E-6BB8-6F19-DEEC769742F2}" dt="2025-04-24T18:43:47.542" v="106"/>
      <pc:docMkLst>
        <pc:docMk/>
      </pc:docMkLst>
      <pc:sldChg chg="modSp">
        <pc:chgData name="Kalvry A. Cooper" userId="S::kalvryc@clemson.edu::055462aa-a7db-4e88-ae14-754ff4ba5835" providerId="AD" clId="Web-{CCFA5E04-735E-6BB8-6F19-DEEC769742F2}" dt="2025-04-24T18:43:47.542" v="106"/>
        <pc:sldMkLst>
          <pc:docMk/>
          <pc:sldMk cId="466586638" sldId="298"/>
        </pc:sldMkLst>
        <pc:spChg chg="mod">
          <ac:chgData name="Kalvry A. Cooper" userId="S::kalvryc@clemson.edu::055462aa-a7db-4e88-ae14-754ff4ba5835" providerId="AD" clId="Web-{CCFA5E04-735E-6BB8-6F19-DEEC769742F2}" dt="2025-04-24T18:40:21.760" v="0" actId="1076"/>
          <ac:spMkLst>
            <pc:docMk/>
            <pc:sldMk cId="466586638" sldId="298"/>
            <ac:spMk id="13" creationId="{9ED62F27-4C5E-4E2B-EEBA-8BC6959DC194}"/>
          </ac:spMkLst>
        </pc:spChg>
        <pc:graphicFrameChg chg="mod modGraphic">
          <ac:chgData name="Kalvry A. Cooper" userId="S::kalvryc@clemson.edu::055462aa-a7db-4e88-ae14-754ff4ba5835" providerId="AD" clId="Web-{CCFA5E04-735E-6BB8-6F19-DEEC769742F2}" dt="2025-04-24T18:43:47.542" v="106"/>
          <ac:graphicFrameMkLst>
            <pc:docMk/>
            <pc:sldMk cId="466586638" sldId="298"/>
            <ac:graphicFrameMk id="11" creationId="{1418CC91-1C8B-29FB-EE08-C16CC843F1DD}"/>
          </ac:graphicFrameMkLst>
        </pc:graphicFrameChg>
      </pc:sldChg>
      <pc:sldChg chg="addSp delSp modSp new">
        <pc:chgData name="Kalvry A. Cooper" userId="S::kalvryc@clemson.edu::055462aa-a7db-4e88-ae14-754ff4ba5835" providerId="AD" clId="Web-{CCFA5E04-735E-6BB8-6F19-DEEC769742F2}" dt="2025-04-24T18:41:43.323" v="32"/>
        <pc:sldMkLst>
          <pc:docMk/>
          <pc:sldMk cId="2730592196" sldId="302"/>
        </pc:sldMkLst>
        <pc:spChg chg="del">
          <ac:chgData name="Kalvry A. Cooper" userId="S::kalvryc@clemson.edu::055462aa-a7db-4e88-ae14-754ff4ba5835" providerId="AD" clId="Web-{CCFA5E04-735E-6BB8-6F19-DEEC769742F2}" dt="2025-04-24T18:41:37.198" v="31"/>
          <ac:spMkLst>
            <pc:docMk/>
            <pc:sldMk cId="2730592196" sldId="302"/>
            <ac:spMk id="2" creationId="{F92D6776-9933-9685-23B8-091F4388DD51}"/>
          </ac:spMkLst>
        </pc:spChg>
        <pc:spChg chg="del mod">
          <ac:chgData name="Kalvry A. Cooper" userId="S::kalvryc@clemson.edu::055462aa-a7db-4e88-ae14-754ff4ba5835" providerId="AD" clId="Web-{CCFA5E04-735E-6BB8-6F19-DEEC769742F2}" dt="2025-04-24T18:41:35.338" v="30"/>
          <ac:spMkLst>
            <pc:docMk/>
            <pc:sldMk cId="2730592196" sldId="302"/>
            <ac:spMk id="3" creationId="{0DEC194A-AED9-A954-6681-3D35C802377B}"/>
          </ac:spMkLst>
        </pc:spChg>
        <pc:graphicFrameChg chg="add mod">
          <ac:chgData name="Kalvry A. Cooper" userId="S::kalvryc@clemson.edu::055462aa-a7db-4e88-ae14-754ff4ba5835" providerId="AD" clId="Web-{CCFA5E04-735E-6BB8-6F19-DEEC769742F2}" dt="2025-04-24T18:41:43.323" v="32"/>
          <ac:graphicFrameMkLst>
            <pc:docMk/>
            <pc:sldMk cId="2730592196" sldId="302"/>
            <ac:graphicFrameMk id="6" creationId="{33A6A552-68E3-F9EB-8D13-10BE3BFA8049}"/>
          </ac:graphicFrameMkLst>
        </pc:graphicFrameChg>
      </pc:sldChg>
    </pc:docChg>
  </pc:docChgLst>
  <pc:docChgLst>
    <pc:chgData name="Ashwin Sudhakar" userId="S::sudhak2@clemson.edu::4baf6a86-c6ef-481f-a931-0f3ce2ea1c2c" providerId="AD" clId="Web-{0A4B84ED-736D-B65F-D099-FF5498282845}"/>
    <pc:docChg chg="addSld modSld">
      <pc:chgData name="Ashwin Sudhakar" userId="S::sudhak2@clemson.edu::4baf6a86-c6ef-481f-a931-0f3ce2ea1c2c" providerId="AD" clId="Web-{0A4B84ED-736D-B65F-D099-FF5498282845}" dt="2025-04-23T23:37:10.033" v="86" actId="20577"/>
      <pc:docMkLst>
        <pc:docMk/>
      </pc:docMkLst>
      <pc:sldChg chg="modSp">
        <pc:chgData name="Ashwin Sudhakar" userId="S::sudhak2@clemson.edu::4baf6a86-c6ef-481f-a931-0f3ce2ea1c2c" providerId="AD" clId="Web-{0A4B84ED-736D-B65F-D099-FF5498282845}" dt="2025-04-23T23:23:55.941" v="0" actId="1076"/>
        <pc:sldMkLst>
          <pc:docMk/>
          <pc:sldMk cId="2327595292" sldId="291"/>
        </pc:sldMkLst>
        <pc:picChg chg="mod">
          <ac:chgData name="Ashwin Sudhakar" userId="S::sudhak2@clemson.edu::4baf6a86-c6ef-481f-a931-0f3ce2ea1c2c" providerId="AD" clId="Web-{0A4B84ED-736D-B65F-D099-FF5498282845}" dt="2025-04-23T23:23:55.941" v="0" actId="1076"/>
          <ac:picMkLst>
            <pc:docMk/>
            <pc:sldMk cId="2327595292" sldId="291"/>
            <ac:picMk id="3" creationId="{1268513B-30D3-F4E9-3629-DA323788C595}"/>
          </ac:picMkLst>
        </pc:picChg>
      </pc:sldChg>
      <pc:sldChg chg="new">
        <pc:chgData name="Ashwin Sudhakar" userId="S::sudhak2@clemson.edu::4baf6a86-c6ef-481f-a931-0f3ce2ea1c2c" providerId="AD" clId="Web-{0A4B84ED-736D-B65F-D099-FF5498282845}" dt="2025-04-23T23:24:35.677" v="1"/>
        <pc:sldMkLst>
          <pc:docMk/>
          <pc:sldMk cId="3652720175" sldId="293"/>
        </pc:sldMkLst>
      </pc:sldChg>
      <pc:sldChg chg="addSp delSp modSp add replId">
        <pc:chgData name="Ashwin Sudhakar" userId="S::sudhak2@clemson.edu::4baf6a86-c6ef-481f-a931-0f3ce2ea1c2c" providerId="AD" clId="Web-{0A4B84ED-736D-B65F-D099-FF5498282845}" dt="2025-04-23T23:37:10.033" v="86" actId="20577"/>
        <pc:sldMkLst>
          <pc:docMk/>
          <pc:sldMk cId="1185341399" sldId="294"/>
        </pc:sldMkLst>
        <pc:spChg chg="mod">
          <ac:chgData name="Ashwin Sudhakar" userId="S::sudhak2@clemson.edu::4baf6a86-c6ef-481f-a931-0f3ce2ea1c2c" providerId="AD" clId="Web-{0A4B84ED-736D-B65F-D099-FF5498282845}" dt="2025-04-23T23:36:50.813" v="78" actId="20577"/>
          <ac:spMkLst>
            <pc:docMk/>
            <pc:sldMk cId="1185341399" sldId="294"/>
            <ac:spMk id="3" creationId="{0E68F0F1-A3DA-E28B-CA39-74734FE0FE94}"/>
          </ac:spMkLst>
        </pc:spChg>
        <pc:spChg chg="add">
          <ac:chgData name="Ashwin Sudhakar" userId="S::sudhak2@clemson.edu::4baf6a86-c6ef-481f-a931-0f3ce2ea1c2c" providerId="AD" clId="Web-{0A4B84ED-736D-B65F-D099-FF5498282845}" dt="2025-04-23T23:33:45.853" v="51"/>
          <ac:spMkLst>
            <pc:docMk/>
            <pc:sldMk cId="1185341399" sldId="294"/>
            <ac:spMk id="7" creationId="{18D06E6E-722B-D83F-0598-516D67FA1193}"/>
          </ac:spMkLst>
        </pc:spChg>
        <pc:spChg chg="del mod">
          <ac:chgData name="Ashwin Sudhakar" userId="S::sudhak2@clemson.edu::4baf6a86-c6ef-481f-a931-0f3ce2ea1c2c" providerId="AD" clId="Web-{0A4B84ED-736D-B65F-D099-FF5498282845}" dt="2025-04-23T23:25:22.866" v="11"/>
          <ac:spMkLst>
            <pc:docMk/>
            <pc:sldMk cId="1185341399" sldId="294"/>
            <ac:spMk id="11" creationId="{162CEDAB-6F0B-B6AA-72EF-C0DC72B01ABF}"/>
          </ac:spMkLst>
        </pc:spChg>
        <pc:spChg chg="del">
          <ac:chgData name="Ashwin Sudhakar" userId="S::sudhak2@clemson.edu::4baf6a86-c6ef-481f-a931-0f3ce2ea1c2c" providerId="AD" clId="Web-{0A4B84ED-736D-B65F-D099-FF5498282845}" dt="2025-04-23T23:25:22.866" v="10"/>
          <ac:spMkLst>
            <pc:docMk/>
            <pc:sldMk cId="1185341399" sldId="294"/>
            <ac:spMk id="12" creationId="{954E4366-25A2-FF6B-A47D-3B56E2951126}"/>
          </ac:spMkLst>
        </pc:spChg>
        <pc:spChg chg="del">
          <ac:chgData name="Ashwin Sudhakar" userId="S::sudhak2@clemson.edu::4baf6a86-c6ef-481f-a931-0f3ce2ea1c2c" providerId="AD" clId="Web-{0A4B84ED-736D-B65F-D099-FF5498282845}" dt="2025-04-23T23:25:14.006" v="5"/>
          <ac:spMkLst>
            <pc:docMk/>
            <pc:sldMk cId="1185341399" sldId="294"/>
            <ac:spMk id="13" creationId="{870C6E52-3ED9-1987-9E4A-62A40F364382}"/>
          </ac:spMkLst>
        </pc:spChg>
        <pc:spChg chg="add mod">
          <ac:chgData name="Ashwin Sudhakar" userId="S::sudhak2@clemson.edu::4baf6a86-c6ef-481f-a931-0f3ce2ea1c2c" providerId="AD" clId="Web-{0A4B84ED-736D-B65F-D099-FF5498282845}" dt="2025-04-23T23:37:10.033" v="86" actId="20577"/>
          <ac:spMkLst>
            <pc:docMk/>
            <pc:sldMk cId="1185341399" sldId="294"/>
            <ac:spMk id="16" creationId="{46AC8356-006C-5311-1D8C-A0D2D285B83C}"/>
          </ac:spMkLst>
        </pc:spChg>
        <pc:picChg chg="del">
          <ac:chgData name="Ashwin Sudhakar" userId="S::sudhak2@clemson.edu::4baf6a86-c6ef-481f-a931-0f3ce2ea1c2c" providerId="AD" clId="Web-{0A4B84ED-736D-B65F-D099-FF5498282845}" dt="2025-04-23T23:25:09.772" v="4"/>
          <ac:picMkLst>
            <pc:docMk/>
            <pc:sldMk cId="1185341399" sldId="294"/>
            <ac:picMk id="10" creationId="{80639C7D-1996-F719-92F6-F55E04D730CA}"/>
          </ac:picMkLst>
        </pc:picChg>
        <pc:cxnChg chg="del">
          <ac:chgData name="Ashwin Sudhakar" userId="S::sudhak2@clemson.edu::4baf6a86-c6ef-481f-a931-0f3ce2ea1c2c" providerId="AD" clId="Web-{0A4B84ED-736D-B65F-D099-FF5498282845}" dt="2025-04-23T23:25:22.866" v="9"/>
          <ac:cxnSpMkLst>
            <pc:docMk/>
            <pc:sldMk cId="1185341399" sldId="294"/>
            <ac:cxnSpMk id="14" creationId="{F365E190-D5D0-1E98-04F0-C6F5D7977A9F}"/>
          </ac:cxnSpMkLst>
        </pc:cxnChg>
        <pc:cxnChg chg="del">
          <ac:chgData name="Ashwin Sudhakar" userId="S::sudhak2@clemson.edu::4baf6a86-c6ef-481f-a931-0f3ce2ea1c2c" providerId="AD" clId="Web-{0A4B84ED-736D-B65F-D099-FF5498282845}" dt="2025-04-23T23:25:22.866" v="8"/>
          <ac:cxnSpMkLst>
            <pc:docMk/>
            <pc:sldMk cId="1185341399" sldId="294"/>
            <ac:cxnSpMk id="15" creationId="{CFD6DDB9-303E-3E3B-31CE-3346991536C1}"/>
          </ac:cxnSpMkLst>
        </pc:cxnChg>
      </pc:sldChg>
    </pc:docChg>
  </pc:docChgLst>
  <pc:docChgLst>
    <pc:chgData name="Maria Levanidova" userId="e45b43c4-fb20-4ae1-a6c2-c9ba8a9323cd" providerId="ADAL" clId="{544C9E15-957B-4FD8-98D4-A577337BC453}"/>
    <pc:docChg chg="undo custSel modSld">
      <pc:chgData name="Maria Levanidova" userId="e45b43c4-fb20-4ae1-a6c2-c9ba8a9323cd" providerId="ADAL" clId="{544C9E15-957B-4FD8-98D4-A577337BC453}" dt="2025-04-24T01:15:02.379" v="152" actId="20577"/>
      <pc:docMkLst>
        <pc:docMk/>
      </pc:docMkLst>
      <pc:sldChg chg="addSp delSp modSp mod">
        <pc:chgData name="Maria Levanidova" userId="e45b43c4-fb20-4ae1-a6c2-c9ba8a9323cd" providerId="ADAL" clId="{544C9E15-957B-4FD8-98D4-A577337BC453}" dt="2025-04-24T01:15:02.379" v="152" actId="20577"/>
        <pc:sldMkLst>
          <pc:docMk/>
          <pc:sldMk cId="1819054612" sldId="285"/>
        </pc:sldMkLst>
        <pc:spChg chg="mod">
          <ac:chgData name="Maria Levanidova" userId="e45b43c4-fb20-4ae1-a6c2-c9ba8a9323cd" providerId="ADAL" clId="{544C9E15-957B-4FD8-98D4-A577337BC453}" dt="2025-04-24T01:15:02.379" v="152" actId="20577"/>
          <ac:spMkLst>
            <pc:docMk/>
            <pc:sldMk cId="1819054612" sldId="285"/>
            <ac:spMk id="7" creationId="{4FF8DD7A-D3EE-1ABB-95C9-E91C1876EB3D}"/>
          </ac:spMkLst>
        </pc:spChg>
        <pc:picChg chg="del">
          <ac:chgData name="Maria Levanidova" userId="e45b43c4-fb20-4ae1-a6c2-c9ba8a9323cd" providerId="ADAL" clId="{544C9E15-957B-4FD8-98D4-A577337BC453}" dt="2025-04-24T01:13:22.798" v="1" actId="478"/>
          <ac:picMkLst>
            <pc:docMk/>
            <pc:sldMk cId="1819054612" sldId="285"/>
            <ac:picMk id="4" creationId="{B15B5AEE-3F78-BAD8-F3EE-51A7541901AA}"/>
          </ac:picMkLst>
        </pc:picChg>
        <pc:picChg chg="add mod">
          <ac:chgData name="Maria Levanidova" userId="e45b43c4-fb20-4ae1-a6c2-c9ba8a9323cd" providerId="ADAL" clId="{544C9E15-957B-4FD8-98D4-A577337BC453}" dt="2025-04-24T01:14:11.873" v="13" actId="208"/>
          <ac:picMkLst>
            <pc:docMk/>
            <pc:sldMk cId="1819054612" sldId="285"/>
            <ac:picMk id="11" creationId="{50106258-1277-04B6-AFE9-BC28FA7DFAFD}"/>
          </ac:picMkLst>
        </pc:picChg>
      </pc:sldChg>
    </pc:docChg>
  </pc:docChgLst>
  <pc:docChgLst>
    <pc:chgData name="Kalvry A. Cooper" userId="055462aa-a7db-4e88-ae14-754ff4ba5835" providerId="ADAL" clId="{65F35442-3CBE-1947-9164-0794C5E4F264}"/>
    <pc:docChg chg="undo custSel addSld delSld modSld sldOrd">
      <pc:chgData name="Kalvry A. Cooper" userId="055462aa-a7db-4e88-ae14-754ff4ba5835" providerId="ADAL" clId="{65F35442-3CBE-1947-9164-0794C5E4F264}" dt="2025-04-24T18:53:05.653" v="482" actId="2696"/>
      <pc:docMkLst>
        <pc:docMk/>
      </pc:docMkLst>
      <pc:sldChg chg="modSp mod">
        <pc:chgData name="Kalvry A. Cooper" userId="055462aa-a7db-4e88-ae14-754ff4ba5835" providerId="ADAL" clId="{65F35442-3CBE-1947-9164-0794C5E4F264}" dt="2025-04-24T10:49:25.525" v="386" actId="122"/>
        <pc:sldMkLst>
          <pc:docMk/>
          <pc:sldMk cId="2330915517" sldId="284"/>
        </pc:sldMkLst>
        <pc:spChg chg="mod">
          <ac:chgData name="Kalvry A. Cooper" userId="055462aa-a7db-4e88-ae14-754ff4ba5835" providerId="ADAL" clId="{65F35442-3CBE-1947-9164-0794C5E4F264}" dt="2025-04-24T10:49:25.525" v="386" actId="122"/>
          <ac:spMkLst>
            <pc:docMk/>
            <pc:sldMk cId="2330915517" sldId="284"/>
            <ac:spMk id="4" creationId="{4FCC36BD-45CC-4B8B-36C9-99D777148D96}"/>
          </ac:spMkLst>
        </pc:spChg>
        <pc:spChg chg="mod">
          <ac:chgData name="Kalvry A. Cooper" userId="055462aa-a7db-4e88-ae14-754ff4ba5835" providerId="ADAL" clId="{65F35442-3CBE-1947-9164-0794C5E4F264}" dt="2025-04-24T10:42:27.914" v="318" actId="1076"/>
          <ac:spMkLst>
            <pc:docMk/>
            <pc:sldMk cId="2330915517" sldId="284"/>
            <ac:spMk id="14" creationId="{D8FBC679-3AC2-17AF-C13E-7CF6557D5360}"/>
          </ac:spMkLst>
        </pc:spChg>
        <pc:spChg chg="mod">
          <ac:chgData name="Kalvry A. Cooper" userId="055462aa-a7db-4e88-ae14-754ff4ba5835" providerId="ADAL" clId="{65F35442-3CBE-1947-9164-0794C5E4F264}" dt="2025-04-24T10:42:42.325" v="320" actId="1076"/>
          <ac:spMkLst>
            <pc:docMk/>
            <pc:sldMk cId="2330915517" sldId="284"/>
            <ac:spMk id="15" creationId="{7881980A-8C79-F478-DD8D-D2B3BC21EEB0}"/>
          </ac:spMkLst>
        </pc:spChg>
        <pc:spChg chg="mod">
          <ac:chgData name="Kalvry A. Cooper" userId="055462aa-a7db-4e88-ae14-754ff4ba5835" providerId="ADAL" clId="{65F35442-3CBE-1947-9164-0794C5E4F264}" dt="2025-04-24T09:50:40.311" v="30" actId="121"/>
          <ac:spMkLst>
            <pc:docMk/>
            <pc:sldMk cId="2330915517" sldId="284"/>
            <ac:spMk id="18" creationId="{CB52078C-599B-9C38-FFE4-8D74D3022878}"/>
          </ac:spMkLst>
        </pc:spChg>
        <pc:graphicFrameChg chg="mod modGraphic">
          <ac:chgData name="Kalvry A. Cooper" userId="055462aa-a7db-4e88-ae14-754ff4ba5835" providerId="ADAL" clId="{65F35442-3CBE-1947-9164-0794C5E4F264}" dt="2025-04-24T10:42:18.235" v="316"/>
          <ac:graphicFrameMkLst>
            <pc:docMk/>
            <pc:sldMk cId="2330915517" sldId="284"/>
            <ac:graphicFrameMk id="13" creationId="{E69580EA-7A2B-451A-57FF-7FA3EA536057}"/>
          </ac:graphicFrameMkLst>
        </pc:graphicFrameChg>
      </pc:sldChg>
      <pc:sldChg chg="modSp mod">
        <pc:chgData name="Kalvry A. Cooper" userId="055462aa-a7db-4e88-ae14-754ff4ba5835" providerId="ADAL" clId="{65F35442-3CBE-1947-9164-0794C5E4F264}" dt="2025-04-24T10:50:01.825" v="392" actId="1076"/>
        <pc:sldMkLst>
          <pc:docMk/>
          <pc:sldMk cId="1819054612" sldId="285"/>
        </pc:sldMkLst>
        <pc:spChg chg="mod">
          <ac:chgData name="Kalvry A. Cooper" userId="055462aa-a7db-4e88-ae14-754ff4ba5835" providerId="ADAL" clId="{65F35442-3CBE-1947-9164-0794C5E4F264}" dt="2025-04-24T10:49:50.337" v="389" actId="1076"/>
          <ac:spMkLst>
            <pc:docMk/>
            <pc:sldMk cId="1819054612" sldId="285"/>
            <ac:spMk id="7" creationId="{4FF8DD7A-D3EE-1ABB-95C9-E91C1876EB3D}"/>
          </ac:spMkLst>
        </pc:spChg>
        <pc:spChg chg="mod">
          <ac:chgData name="Kalvry A. Cooper" userId="055462aa-a7db-4e88-ae14-754ff4ba5835" providerId="ADAL" clId="{65F35442-3CBE-1947-9164-0794C5E4F264}" dt="2025-04-24T10:49:55.936" v="391" actId="122"/>
          <ac:spMkLst>
            <pc:docMk/>
            <pc:sldMk cId="1819054612" sldId="285"/>
            <ac:spMk id="13" creationId="{04AF3268-D328-13EE-251D-0F7DEC8B27D0}"/>
          </ac:spMkLst>
        </pc:spChg>
        <pc:spChg chg="mod">
          <ac:chgData name="Kalvry A. Cooper" userId="055462aa-a7db-4e88-ae14-754ff4ba5835" providerId="ADAL" clId="{65F35442-3CBE-1947-9164-0794C5E4F264}" dt="2025-04-24T09:50:23.946" v="23" actId="121"/>
          <ac:spMkLst>
            <pc:docMk/>
            <pc:sldMk cId="1819054612" sldId="285"/>
            <ac:spMk id="15" creationId="{B16ABFD7-A448-5D07-04DD-59ACE3B8CF3F}"/>
          </ac:spMkLst>
        </pc:spChg>
        <pc:picChg chg="mod modCrop">
          <ac:chgData name="Kalvry A. Cooper" userId="055462aa-a7db-4e88-ae14-754ff4ba5835" providerId="ADAL" clId="{65F35442-3CBE-1947-9164-0794C5E4F264}" dt="2025-04-24T10:50:01.825" v="392" actId="1076"/>
          <ac:picMkLst>
            <pc:docMk/>
            <pc:sldMk cId="1819054612" sldId="285"/>
            <ac:picMk id="11" creationId="{50106258-1277-04B6-AFE9-BC28FA7DFAFD}"/>
          </ac:picMkLst>
        </pc:picChg>
      </pc:sldChg>
      <pc:sldChg chg="modSp mod">
        <pc:chgData name="Kalvry A. Cooper" userId="055462aa-a7db-4e88-ae14-754ff4ba5835" providerId="ADAL" clId="{65F35442-3CBE-1947-9164-0794C5E4F264}" dt="2025-04-24T10:48:28.761" v="379" actId="122"/>
        <pc:sldMkLst>
          <pc:docMk/>
          <pc:sldMk cId="1601741339" sldId="286"/>
        </pc:sldMkLst>
        <pc:spChg chg="mod">
          <ac:chgData name="Kalvry A. Cooper" userId="055462aa-a7db-4e88-ae14-754ff4ba5835" providerId="ADAL" clId="{65F35442-3CBE-1947-9164-0794C5E4F264}" dt="2025-04-24T09:51:24.841" v="54" actId="121"/>
          <ac:spMkLst>
            <pc:docMk/>
            <pc:sldMk cId="1601741339" sldId="286"/>
            <ac:spMk id="4" creationId="{CD8BEAFF-A8BF-F077-B309-9D7096AAB8BC}"/>
          </ac:spMkLst>
        </pc:spChg>
        <pc:spChg chg="mod">
          <ac:chgData name="Kalvry A. Cooper" userId="055462aa-a7db-4e88-ae14-754ff4ba5835" providerId="ADAL" clId="{65F35442-3CBE-1947-9164-0794C5E4F264}" dt="2025-04-24T10:48:19.446" v="376" actId="1076"/>
          <ac:spMkLst>
            <pc:docMk/>
            <pc:sldMk cId="1601741339" sldId="286"/>
            <ac:spMk id="23" creationId="{CA6041FC-91A2-5F1A-0C67-999A8EADDA60}"/>
          </ac:spMkLst>
        </pc:spChg>
        <pc:spChg chg="mod">
          <ac:chgData name="Kalvry A. Cooper" userId="055462aa-a7db-4e88-ae14-754ff4ba5835" providerId="ADAL" clId="{65F35442-3CBE-1947-9164-0794C5E4F264}" dt="2025-04-24T10:48:23.944" v="377" actId="1076"/>
          <ac:spMkLst>
            <pc:docMk/>
            <pc:sldMk cId="1601741339" sldId="286"/>
            <ac:spMk id="25" creationId="{B8F50339-0370-49C4-135B-1226C11E9FD7}"/>
          </ac:spMkLst>
        </pc:spChg>
        <pc:spChg chg="mod">
          <ac:chgData name="Kalvry A. Cooper" userId="055462aa-a7db-4e88-ae14-754ff4ba5835" providerId="ADAL" clId="{65F35442-3CBE-1947-9164-0794C5E4F264}" dt="2025-04-24T10:48:28.761" v="379" actId="122"/>
          <ac:spMkLst>
            <pc:docMk/>
            <pc:sldMk cId="1601741339" sldId="286"/>
            <ac:spMk id="26" creationId="{CB84E9DC-6C8E-979B-E58E-3E8A5B917111}"/>
          </ac:spMkLst>
        </pc:spChg>
      </pc:sldChg>
      <pc:sldChg chg="modSp mod">
        <pc:chgData name="Kalvry A. Cooper" userId="055462aa-a7db-4e88-ae14-754ff4ba5835" providerId="ADAL" clId="{65F35442-3CBE-1947-9164-0794C5E4F264}" dt="2025-04-24T10:51:11.363" v="394" actId="1076"/>
        <pc:sldMkLst>
          <pc:docMk/>
          <pc:sldMk cId="2015951764" sldId="287"/>
        </pc:sldMkLst>
        <pc:spChg chg="mod">
          <ac:chgData name="Kalvry A. Cooper" userId="055462aa-a7db-4e88-ae14-754ff4ba5835" providerId="ADAL" clId="{65F35442-3CBE-1947-9164-0794C5E4F264}" dt="2025-04-24T10:48:06.670" v="374" actId="122"/>
          <ac:spMkLst>
            <pc:docMk/>
            <pc:sldMk cId="2015951764" sldId="287"/>
            <ac:spMk id="3" creationId="{7DA1E4F3-8823-3CA0-50EE-D99707D46A97}"/>
          </ac:spMkLst>
        </pc:spChg>
        <pc:spChg chg="mod">
          <ac:chgData name="Kalvry A. Cooper" userId="055462aa-a7db-4e88-ae14-754ff4ba5835" providerId="ADAL" clId="{65F35442-3CBE-1947-9164-0794C5E4F264}" dt="2025-04-24T10:47:55.337" v="371" actId="1076"/>
          <ac:spMkLst>
            <pc:docMk/>
            <pc:sldMk cId="2015951764" sldId="287"/>
            <ac:spMk id="10" creationId="{481B62A8-69C0-C653-0B8F-129A4BABE60C}"/>
          </ac:spMkLst>
        </pc:spChg>
        <pc:spChg chg="mod">
          <ac:chgData name="Kalvry A. Cooper" userId="055462aa-a7db-4e88-ae14-754ff4ba5835" providerId="ADAL" clId="{65F35442-3CBE-1947-9164-0794C5E4F264}" dt="2025-04-24T10:47:59.653" v="372" actId="1076"/>
          <ac:spMkLst>
            <pc:docMk/>
            <pc:sldMk cId="2015951764" sldId="287"/>
            <ac:spMk id="11" creationId="{45345560-44CB-2E3F-6323-34AFBD8D4C78}"/>
          </ac:spMkLst>
        </pc:spChg>
        <pc:spChg chg="mod">
          <ac:chgData name="Kalvry A. Cooper" userId="055462aa-a7db-4e88-ae14-754ff4ba5835" providerId="ADAL" clId="{65F35442-3CBE-1947-9164-0794C5E4F264}" dt="2025-04-24T09:51:43.233" v="57" actId="121"/>
          <ac:spMkLst>
            <pc:docMk/>
            <pc:sldMk cId="2015951764" sldId="287"/>
            <ac:spMk id="14" creationId="{BD6E05F2-0B68-727D-2C32-C136DAE56BDD}"/>
          </ac:spMkLst>
        </pc:spChg>
        <pc:picChg chg="mod">
          <ac:chgData name="Kalvry A. Cooper" userId="055462aa-a7db-4e88-ae14-754ff4ba5835" providerId="ADAL" clId="{65F35442-3CBE-1947-9164-0794C5E4F264}" dt="2025-04-24T10:51:11.363" v="394" actId="1076"/>
          <ac:picMkLst>
            <pc:docMk/>
            <pc:sldMk cId="2015951764" sldId="287"/>
            <ac:picMk id="7" creationId="{8F3453B5-E2B7-6E5B-5A50-EF483A7191F1}"/>
          </ac:picMkLst>
        </pc:picChg>
      </pc:sldChg>
      <pc:sldChg chg="modSp mod">
        <pc:chgData name="Kalvry A. Cooper" userId="055462aa-a7db-4e88-ae14-754ff4ba5835" providerId="ADAL" clId="{65F35442-3CBE-1947-9164-0794C5E4F264}" dt="2025-04-24T10:47:41.174" v="369" actId="122"/>
        <pc:sldMkLst>
          <pc:docMk/>
          <pc:sldMk cId="2339874385" sldId="288"/>
        </pc:sldMkLst>
        <pc:spChg chg="mod">
          <ac:chgData name="Kalvry A. Cooper" userId="055462aa-a7db-4e88-ae14-754ff4ba5835" providerId="ADAL" clId="{65F35442-3CBE-1947-9164-0794C5E4F264}" dt="2025-04-24T10:47:41.174" v="369" actId="122"/>
          <ac:spMkLst>
            <pc:docMk/>
            <pc:sldMk cId="2339874385" sldId="288"/>
            <ac:spMk id="3" creationId="{6465BBE7-B3A5-FFC8-1936-364C6BFD67D8}"/>
          </ac:spMkLst>
        </pc:spChg>
        <pc:spChg chg="mod">
          <ac:chgData name="Kalvry A. Cooper" userId="055462aa-a7db-4e88-ae14-754ff4ba5835" providerId="ADAL" clId="{65F35442-3CBE-1947-9164-0794C5E4F264}" dt="2025-04-24T10:47:31.484" v="366" actId="1076"/>
          <ac:spMkLst>
            <pc:docMk/>
            <pc:sldMk cId="2339874385" sldId="288"/>
            <ac:spMk id="10" creationId="{908E300A-0513-ED69-A69D-5D2FDA8959F4}"/>
          </ac:spMkLst>
        </pc:spChg>
        <pc:spChg chg="mod">
          <ac:chgData name="Kalvry A. Cooper" userId="055462aa-a7db-4e88-ae14-754ff4ba5835" providerId="ADAL" clId="{65F35442-3CBE-1947-9164-0794C5E4F264}" dt="2025-04-24T10:47:35.622" v="367" actId="1076"/>
          <ac:spMkLst>
            <pc:docMk/>
            <pc:sldMk cId="2339874385" sldId="288"/>
            <ac:spMk id="11" creationId="{4AF5E8C0-64CE-4FC7-C71C-A9B7A8C724A4}"/>
          </ac:spMkLst>
        </pc:spChg>
        <pc:spChg chg="mod">
          <ac:chgData name="Kalvry A. Cooper" userId="055462aa-a7db-4e88-ae14-754ff4ba5835" providerId="ADAL" clId="{65F35442-3CBE-1947-9164-0794C5E4F264}" dt="2025-04-24T09:51:52.908" v="60" actId="121"/>
          <ac:spMkLst>
            <pc:docMk/>
            <pc:sldMk cId="2339874385" sldId="288"/>
            <ac:spMk id="13" creationId="{DC81B3B0-55D0-9D97-E15A-9A3D7DCBA78C}"/>
          </ac:spMkLst>
        </pc:spChg>
      </pc:sldChg>
      <pc:sldChg chg="modSp mod">
        <pc:chgData name="Kalvry A. Cooper" userId="055462aa-a7db-4e88-ae14-754ff4ba5835" providerId="ADAL" clId="{65F35442-3CBE-1947-9164-0794C5E4F264}" dt="2025-04-24T10:51:34.637" v="396" actId="1076"/>
        <pc:sldMkLst>
          <pc:docMk/>
          <pc:sldMk cId="3314386207" sldId="289"/>
        </pc:sldMkLst>
        <pc:spChg chg="mod">
          <ac:chgData name="Kalvry A. Cooper" userId="055462aa-a7db-4e88-ae14-754ff4ba5835" providerId="ADAL" clId="{65F35442-3CBE-1947-9164-0794C5E4F264}" dt="2025-04-24T10:47:22.458" v="365" actId="122"/>
          <ac:spMkLst>
            <pc:docMk/>
            <pc:sldMk cId="3314386207" sldId="289"/>
            <ac:spMk id="3" creationId="{78B91A52-F970-8AB5-441C-9DB64A543787}"/>
          </ac:spMkLst>
        </pc:spChg>
        <pc:spChg chg="mod">
          <ac:chgData name="Kalvry A. Cooper" userId="055462aa-a7db-4e88-ae14-754ff4ba5835" providerId="ADAL" clId="{65F35442-3CBE-1947-9164-0794C5E4F264}" dt="2025-04-24T09:52:07.434" v="64" actId="121"/>
          <ac:spMkLst>
            <pc:docMk/>
            <pc:sldMk cId="3314386207" sldId="289"/>
            <ac:spMk id="10" creationId="{F4CDC4A6-1926-BBF0-5041-53B8A5B2F36E}"/>
          </ac:spMkLst>
        </pc:spChg>
        <pc:spChg chg="mod">
          <ac:chgData name="Kalvry A. Cooper" userId="055462aa-a7db-4e88-ae14-754ff4ba5835" providerId="ADAL" clId="{65F35442-3CBE-1947-9164-0794C5E4F264}" dt="2025-04-24T10:47:09.885" v="362" actId="1076"/>
          <ac:spMkLst>
            <pc:docMk/>
            <pc:sldMk cId="3314386207" sldId="289"/>
            <ac:spMk id="11" creationId="{B84F0870-F211-81D8-0C78-9464FB0D0BFF}"/>
          </ac:spMkLst>
        </pc:spChg>
        <pc:spChg chg="mod">
          <ac:chgData name="Kalvry A. Cooper" userId="055462aa-a7db-4e88-ae14-754ff4ba5835" providerId="ADAL" clId="{65F35442-3CBE-1947-9164-0794C5E4F264}" dt="2025-04-24T10:47:14.521" v="363" actId="1076"/>
          <ac:spMkLst>
            <pc:docMk/>
            <pc:sldMk cId="3314386207" sldId="289"/>
            <ac:spMk id="12" creationId="{BD9B98B5-988A-9A21-602B-813EB224D82E}"/>
          </ac:spMkLst>
        </pc:spChg>
        <pc:picChg chg="mod">
          <ac:chgData name="Kalvry A. Cooper" userId="055462aa-a7db-4e88-ae14-754ff4ba5835" providerId="ADAL" clId="{65F35442-3CBE-1947-9164-0794C5E4F264}" dt="2025-04-24T10:51:34.637" v="396" actId="1076"/>
          <ac:picMkLst>
            <pc:docMk/>
            <pc:sldMk cId="3314386207" sldId="289"/>
            <ac:picMk id="7" creationId="{7F7DE02C-8601-4085-8F3A-276FC93D8211}"/>
          </ac:picMkLst>
        </pc:picChg>
      </pc:sldChg>
      <pc:sldChg chg="modSp mod">
        <pc:chgData name="Kalvry A. Cooper" userId="055462aa-a7db-4e88-ae14-754ff4ba5835" providerId="ADAL" clId="{65F35442-3CBE-1947-9164-0794C5E4F264}" dt="2025-04-24T10:51:28.721" v="395" actId="1076"/>
        <pc:sldMkLst>
          <pc:docMk/>
          <pc:sldMk cId="849609613" sldId="290"/>
        </pc:sldMkLst>
        <pc:spChg chg="mod">
          <ac:chgData name="Kalvry A. Cooper" userId="055462aa-a7db-4e88-ae14-754ff4ba5835" providerId="ADAL" clId="{65F35442-3CBE-1947-9164-0794C5E4F264}" dt="2025-04-24T10:46:30.283" v="353" actId="122"/>
          <ac:spMkLst>
            <pc:docMk/>
            <pc:sldMk cId="849609613" sldId="290"/>
            <ac:spMk id="3" creationId="{2AF4A080-6318-F9F9-B218-1D3ACBFA59E3}"/>
          </ac:spMkLst>
        </pc:spChg>
        <pc:spChg chg="mod">
          <ac:chgData name="Kalvry A. Cooper" userId="055462aa-a7db-4e88-ae14-754ff4ba5835" providerId="ADAL" clId="{65F35442-3CBE-1947-9164-0794C5E4F264}" dt="2025-04-24T09:52:19.443" v="67" actId="14100"/>
          <ac:spMkLst>
            <pc:docMk/>
            <pc:sldMk cId="849609613" sldId="290"/>
            <ac:spMk id="7" creationId="{15F28206-8092-421F-04BB-1A651D49500E}"/>
          </ac:spMkLst>
        </pc:spChg>
        <pc:spChg chg="mod">
          <ac:chgData name="Kalvry A. Cooper" userId="055462aa-a7db-4e88-ae14-754ff4ba5835" providerId="ADAL" clId="{65F35442-3CBE-1947-9164-0794C5E4F264}" dt="2025-04-24T10:46:39.573" v="354" actId="1076"/>
          <ac:spMkLst>
            <pc:docMk/>
            <pc:sldMk cId="849609613" sldId="290"/>
            <ac:spMk id="11" creationId="{E2212B6F-00ED-779E-6B55-11AD071D174F}"/>
          </ac:spMkLst>
        </pc:spChg>
        <pc:spChg chg="mod">
          <ac:chgData name="Kalvry A. Cooper" userId="055462aa-a7db-4e88-ae14-754ff4ba5835" providerId="ADAL" clId="{65F35442-3CBE-1947-9164-0794C5E4F264}" dt="2025-04-24T10:46:45.515" v="355" actId="1076"/>
          <ac:spMkLst>
            <pc:docMk/>
            <pc:sldMk cId="849609613" sldId="290"/>
            <ac:spMk id="12" creationId="{691A6378-0A73-1739-F429-B8ED5E26CB3C}"/>
          </ac:spMkLst>
        </pc:spChg>
        <pc:picChg chg="mod">
          <ac:chgData name="Kalvry A. Cooper" userId="055462aa-a7db-4e88-ae14-754ff4ba5835" providerId="ADAL" clId="{65F35442-3CBE-1947-9164-0794C5E4F264}" dt="2025-04-24T10:51:28.721" v="395" actId="1076"/>
          <ac:picMkLst>
            <pc:docMk/>
            <pc:sldMk cId="849609613" sldId="290"/>
            <ac:picMk id="10" creationId="{71EC9E63-9843-93E5-A2F2-F22A0A399F3C}"/>
          </ac:picMkLst>
        </pc:picChg>
      </pc:sldChg>
      <pc:sldChg chg="modSp mod ord">
        <pc:chgData name="Kalvry A. Cooper" userId="055462aa-a7db-4e88-ae14-754ff4ba5835" providerId="ADAL" clId="{65F35442-3CBE-1947-9164-0794C5E4F264}" dt="2025-04-24T10:01:35.008" v="112" actId="20578"/>
        <pc:sldMkLst>
          <pc:docMk/>
          <pc:sldMk cId="2327595292" sldId="291"/>
        </pc:sldMkLst>
        <pc:spChg chg="mod">
          <ac:chgData name="Kalvry A. Cooper" userId="055462aa-a7db-4e88-ae14-754ff4ba5835" providerId="ADAL" clId="{65F35442-3CBE-1947-9164-0794C5E4F264}" dt="2025-04-24T09:52:32.842" v="70" actId="121"/>
          <ac:spMkLst>
            <pc:docMk/>
            <pc:sldMk cId="2327595292" sldId="291"/>
            <ac:spMk id="7" creationId="{09CFD8BF-CAD8-1793-0564-5EA7D1CCD9BD}"/>
          </ac:spMkLst>
        </pc:spChg>
      </pc:sldChg>
      <pc:sldChg chg="modSp mod">
        <pc:chgData name="Kalvry A. Cooper" userId="055462aa-a7db-4e88-ae14-754ff4ba5835" providerId="ADAL" clId="{65F35442-3CBE-1947-9164-0794C5E4F264}" dt="2025-04-24T10:49:17.681" v="384" actId="122"/>
        <pc:sldMkLst>
          <pc:docMk/>
          <pc:sldMk cId="340988143" sldId="292"/>
        </pc:sldMkLst>
        <pc:spChg chg="mod">
          <ac:chgData name="Kalvry A. Cooper" userId="055462aa-a7db-4e88-ae14-754ff4ba5835" providerId="ADAL" clId="{65F35442-3CBE-1947-9164-0794C5E4F264}" dt="2025-04-24T10:49:17.681" v="384" actId="122"/>
          <ac:spMkLst>
            <pc:docMk/>
            <pc:sldMk cId="340988143" sldId="292"/>
            <ac:spMk id="7" creationId="{390E81FF-9923-6F97-4FC4-2768A523CDA3}"/>
          </ac:spMkLst>
        </pc:spChg>
        <pc:spChg chg="mod">
          <ac:chgData name="Kalvry A. Cooper" userId="055462aa-a7db-4e88-ae14-754ff4ba5835" providerId="ADAL" clId="{65F35442-3CBE-1947-9164-0794C5E4F264}" dt="2025-04-24T09:50:57.102" v="33" actId="121"/>
          <ac:spMkLst>
            <pc:docMk/>
            <pc:sldMk cId="340988143" sldId="292"/>
            <ac:spMk id="13" creationId="{7077A9F3-1E2A-AEB3-7133-C270A023C1EA}"/>
          </ac:spMkLst>
        </pc:spChg>
        <pc:graphicFrameChg chg="mod modGraphic">
          <ac:chgData name="Kalvry A. Cooper" userId="055462aa-a7db-4e88-ae14-754ff4ba5835" providerId="ADAL" clId="{65F35442-3CBE-1947-9164-0794C5E4F264}" dt="2025-04-24T10:43:49.562" v="327" actId="14100"/>
          <ac:graphicFrameMkLst>
            <pc:docMk/>
            <pc:sldMk cId="340988143" sldId="292"/>
            <ac:graphicFrameMk id="10" creationId="{391B9C8C-33AD-FA3F-0D7B-5CA09322DAEA}"/>
          </ac:graphicFrameMkLst>
        </pc:graphicFrameChg>
      </pc:sldChg>
      <pc:sldChg chg="modSp mod ord">
        <pc:chgData name="Kalvry A. Cooper" userId="055462aa-a7db-4e88-ae14-754ff4ba5835" providerId="ADAL" clId="{65F35442-3CBE-1947-9164-0794C5E4F264}" dt="2025-04-24T10:50:37.166" v="393" actId="20578"/>
        <pc:sldMkLst>
          <pc:docMk/>
          <pc:sldMk cId="1185341399" sldId="294"/>
        </pc:sldMkLst>
        <pc:spChg chg="mod">
          <ac:chgData name="Kalvry A. Cooper" userId="055462aa-a7db-4e88-ae14-754ff4ba5835" providerId="ADAL" clId="{65F35442-3CBE-1947-9164-0794C5E4F264}" dt="2025-04-24T09:53:14.134" v="81" actId="121"/>
          <ac:spMkLst>
            <pc:docMk/>
            <pc:sldMk cId="1185341399" sldId="294"/>
            <ac:spMk id="8" creationId="{36DDA352-459E-F6C2-1767-0812EAB0EC2C}"/>
          </ac:spMkLst>
        </pc:spChg>
        <pc:spChg chg="mod">
          <ac:chgData name="Kalvry A. Cooper" userId="055462aa-a7db-4e88-ae14-754ff4ba5835" providerId="ADAL" clId="{65F35442-3CBE-1947-9164-0794C5E4F264}" dt="2025-04-24T10:49:02.903" v="382" actId="122"/>
          <ac:spMkLst>
            <pc:docMk/>
            <pc:sldMk cId="1185341399" sldId="294"/>
            <ac:spMk id="10" creationId="{D1B063E9-0DCF-6D6E-3C7B-162653936A00}"/>
          </ac:spMkLst>
        </pc:spChg>
        <pc:spChg chg="mod">
          <ac:chgData name="Kalvry A. Cooper" userId="055462aa-a7db-4e88-ae14-754ff4ba5835" providerId="ADAL" clId="{65F35442-3CBE-1947-9164-0794C5E4F264}" dt="2025-04-24T10:44:09.977" v="329" actId="1076"/>
          <ac:spMkLst>
            <pc:docMk/>
            <pc:sldMk cId="1185341399" sldId="294"/>
            <ac:spMk id="16" creationId="{46AC8356-006C-5311-1D8C-A0D2D285B83C}"/>
          </ac:spMkLst>
        </pc:spChg>
      </pc:sldChg>
      <pc:sldChg chg="delSp modSp mod">
        <pc:chgData name="Kalvry A. Cooper" userId="055462aa-a7db-4e88-ae14-754ff4ba5835" providerId="ADAL" clId="{65F35442-3CBE-1947-9164-0794C5E4F264}" dt="2025-04-24T09:50:08.947" v="20" actId="478"/>
        <pc:sldMkLst>
          <pc:docMk/>
          <pc:sldMk cId="2596695497" sldId="295"/>
        </pc:sldMkLst>
        <pc:spChg chg="del">
          <ac:chgData name="Kalvry A. Cooper" userId="055462aa-a7db-4e88-ae14-754ff4ba5835" providerId="ADAL" clId="{65F35442-3CBE-1947-9164-0794C5E4F264}" dt="2025-04-24T09:50:08.947" v="20" actId="478"/>
          <ac:spMkLst>
            <pc:docMk/>
            <pc:sldMk cId="2596695497" sldId="295"/>
            <ac:spMk id="3" creationId="{1E89447E-123C-AF40-8F73-DF078DF67D91}"/>
          </ac:spMkLst>
        </pc:spChg>
        <pc:spChg chg="mod">
          <ac:chgData name="Kalvry A. Cooper" userId="055462aa-a7db-4e88-ae14-754ff4ba5835" providerId="ADAL" clId="{65F35442-3CBE-1947-9164-0794C5E4F264}" dt="2025-04-24T09:50:00.607" v="19" actId="121"/>
          <ac:spMkLst>
            <pc:docMk/>
            <pc:sldMk cId="2596695497" sldId="295"/>
            <ac:spMk id="16" creationId="{A6A88607-D2CB-EB81-530F-8289A5F5E80E}"/>
          </ac:spMkLst>
        </pc:spChg>
      </pc:sldChg>
      <pc:sldChg chg="modSp mod">
        <pc:chgData name="Kalvry A. Cooper" userId="055462aa-a7db-4e88-ae14-754ff4ba5835" providerId="ADAL" clId="{65F35442-3CBE-1947-9164-0794C5E4F264}" dt="2025-04-24T09:51:11.026" v="42" actId="121"/>
        <pc:sldMkLst>
          <pc:docMk/>
          <pc:sldMk cId="1355132681" sldId="296"/>
        </pc:sldMkLst>
        <pc:spChg chg="mod">
          <ac:chgData name="Kalvry A. Cooper" userId="055462aa-a7db-4e88-ae14-754ff4ba5835" providerId="ADAL" clId="{65F35442-3CBE-1947-9164-0794C5E4F264}" dt="2025-04-24T09:51:11.026" v="42" actId="121"/>
          <ac:spMkLst>
            <pc:docMk/>
            <pc:sldMk cId="1355132681" sldId="296"/>
            <ac:spMk id="14" creationId="{B8CF5BFE-0F38-35AA-0606-6BFAA7856F38}"/>
          </ac:spMkLst>
        </pc:spChg>
      </pc:sldChg>
      <pc:sldChg chg="addSp modSp mod">
        <pc:chgData name="Kalvry A. Cooper" userId="055462aa-a7db-4e88-ae14-754ff4ba5835" providerId="ADAL" clId="{65F35442-3CBE-1947-9164-0794C5E4F264}" dt="2025-04-24T18:52:43.393" v="481" actId="1076"/>
        <pc:sldMkLst>
          <pc:docMk/>
          <pc:sldMk cId="3661387823" sldId="297"/>
        </pc:sldMkLst>
        <pc:spChg chg="add mod">
          <ac:chgData name="Kalvry A. Cooper" userId="055462aa-a7db-4e88-ae14-754ff4ba5835" providerId="ADAL" clId="{65F35442-3CBE-1947-9164-0794C5E4F264}" dt="2025-04-24T18:52:43.393" v="481" actId="1076"/>
          <ac:spMkLst>
            <pc:docMk/>
            <pc:sldMk cId="3661387823" sldId="297"/>
            <ac:spMk id="3" creationId="{6E4A1CCD-F47F-396B-F81D-B4CC91618CC9}"/>
          </ac:spMkLst>
        </pc:spChg>
        <pc:spChg chg="add mod">
          <ac:chgData name="Kalvry A. Cooper" userId="055462aa-a7db-4e88-ae14-754ff4ba5835" providerId="ADAL" clId="{65F35442-3CBE-1947-9164-0794C5E4F264}" dt="2025-04-24T18:51:26.880" v="477" actId="1076"/>
          <ac:spMkLst>
            <pc:docMk/>
            <pc:sldMk cId="3661387823" sldId="297"/>
            <ac:spMk id="4" creationId="{C2279B9B-6365-34F3-C9A4-7217C537BE11}"/>
          </ac:spMkLst>
        </pc:spChg>
        <pc:spChg chg="add mod">
          <ac:chgData name="Kalvry A. Cooper" userId="055462aa-a7db-4e88-ae14-754ff4ba5835" providerId="ADAL" clId="{65F35442-3CBE-1947-9164-0794C5E4F264}" dt="2025-04-24T18:51:07.459" v="472" actId="1076"/>
          <ac:spMkLst>
            <pc:docMk/>
            <pc:sldMk cId="3661387823" sldId="297"/>
            <ac:spMk id="8" creationId="{4EB83A86-C48E-A8FA-1782-B2E266C998A2}"/>
          </ac:spMkLst>
        </pc:spChg>
        <pc:spChg chg="mod">
          <ac:chgData name="Kalvry A. Cooper" userId="055462aa-a7db-4e88-ae14-754ff4ba5835" providerId="ADAL" clId="{65F35442-3CBE-1947-9164-0794C5E4F264}" dt="2025-04-24T10:46:21.286" v="351" actId="122"/>
          <ac:spMkLst>
            <pc:docMk/>
            <pc:sldMk cId="3661387823" sldId="297"/>
            <ac:spMk id="10" creationId="{8B3092B5-0082-86A8-5CB3-949664A8842B}"/>
          </ac:spMkLst>
        </pc:spChg>
        <pc:spChg chg="mod">
          <ac:chgData name="Kalvry A. Cooper" userId="055462aa-a7db-4e88-ae14-754ff4ba5835" providerId="ADAL" clId="{65F35442-3CBE-1947-9164-0794C5E4F264}" dt="2025-04-24T09:52:46.073" v="73" actId="121"/>
          <ac:spMkLst>
            <pc:docMk/>
            <pc:sldMk cId="3661387823" sldId="297"/>
            <ac:spMk id="11" creationId="{66801B6C-F8BB-3EF6-F7E2-09D153F678C0}"/>
          </ac:spMkLst>
        </pc:spChg>
        <pc:graphicFrameChg chg="mod modGraphic">
          <ac:chgData name="Kalvry A. Cooper" userId="055462aa-a7db-4e88-ae14-754ff4ba5835" providerId="ADAL" clId="{65F35442-3CBE-1947-9164-0794C5E4F264}" dt="2025-04-24T18:51:21.218" v="475" actId="1076"/>
          <ac:graphicFrameMkLst>
            <pc:docMk/>
            <pc:sldMk cId="3661387823" sldId="297"/>
            <ac:graphicFrameMk id="7" creationId="{3EE19755-E708-C526-3FA2-C12A99DD0E4E}"/>
          </ac:graphicFrameMkLst>
        </pc:graphicFrameChg>
      </pc:sldChg>
      <pc:sldChg chg="addSp delSp modSp mod modNotesTx">
        <pc:chgData name="Kalvry A. Cooper" userId="055462aa-a7db-4e88-ae14-754ff4ba5835" providerId="ADAL" clId="{65F35442-3CBE-1947-9164-0794C5E4F264}" dt="2025-04-24T18:49:39.674" v="466" actId="1076"/>
        <pc:sldMkLst>
          <pc:docMk/>
          <pc:sldMk cId="466586638" sldId="298"/>
        </pc:sldMkLst>
        <pc:spChg chg="add mod">
          <ac:chgData name="Kalvry A. Cooper" userId="055462aa-a7db-4e88-ae14-754ff4ba5835" providerId="ADAL" clId="{65F35442-3CBE-1947-9164-0794C5E4F264}" dt="2025-04-24T18:49:36.606" v="465" actId="1076"/>
          <ac:spMkLst>
            <pc:docMk/>
            <pc:sldMk cId="466586638" sldId="298"/>
            <ac:spMk id="3" creationId="{D72B8000-F713-72DF-891F-B0C76C68B6AA}"/>
          </ac:spMkLst>
        </pc:spChg>
        <pc:spChg chg="add del mod">
          <ac:chgData name="Kalvry A. Cooper" userId="055462aa-a7db-4e88-ae14-754ff4ba5835" providerId="ADAL" clId="{65F35442-3CBE-1947-9164-0794C5E4F264}" dt="2025-04-24T18:47:16.797" v="420"/>
          <ac:spMkLst>
            <pc:docMk/>
            <pc:sldMk cId="466586638" sldId="298"/>
            <ac:spMk id="4" creationId="{E3C57A16-0CB3-C2D1-A80B-B6A1E83F5BAA}"/>
          </ac:spMkLst>
        </pc:spChg>
        <pc:spChg chg="add mod">
          <ac:chgData name="Kalvry A. Cooper" userId="055462aa-a7db-4e88-ae14-754ff4ba5835" providerId="ADAL" clId="{65F35442-3CBE-1947-9164-0794C5E4F264}" dt="2025-04-24T18:49:34.743" v="464" actId="1076"/>
          <ac:spMkLst>
            <pc:docMk/>
            <pc:sldMk cId="466586638" sldId="298"/>
            <ac:spMk id="7" creationId="{88989EE6-C3C2-1503-127B-483B2D3E8D05}"/>
          </ac:spMkLst>
        </pc:spChg>
        <pc:spChg chg="add mod">
          <ac:chgData name="Kalvry A. Cooper" userId="055462aa-a7db-4e88-ae14-754ff4ba5835" providerId="ADAL" clId="{65F35442-3CBE-1947-9164-0794C5E4F264}" dt="2025-04-24T18:49:32.676" v="463" actId="1076"/>
          <ac:spMkLst>
            <pc:docMk/>
            <pc:sldMk cId="466586638" sldId="298"/>
            <ac:spMk id="8" creationId="{5AF9082A-6B17-5B17-E032-E69D84000D72}"/>
          </ac:spMkLst>
        </pc:spChg>
        <pc:spChg chg="mod">
          <ac:chgData name="Kalvry A. Cooper" userId="055462aa-a7db-4e88-ae14-754ff4ba5835" providerId="ADAL" clId="{65F35442-3CBE-1947-9164-0794C5E4F264}" dt="2025-04-24T10:46:12.907" v="349" actId="122"/>
          <ac:spMkLst>
            <pc:docMk/>
            <pc:sldMk cId="466586638" sldId="298"/>
            <ac:spMk id="12" creationId="{A9252900-57E5-CE1F-F0E8-3480A9363C3A}"/>
          </ac:spMkLst>
        </pc:spChg>
        <pc:spChg chg="mod">
          <ac:chgData name="Kalvry A. Cooper" userId="055462aa-a7db-4e88-ae14-754ff4ba5835" providerId="ADAL" clId="{65F35442-3CBE-1947-9164-0794C5E4F264}" dt="2025-04-24T18:49:39.674" v="466" actId="1076"/>
          <ac:spMkLst>
            <pc:docMk/>
            <pc:sldMk cId="466586638" sldId="298"/>
            <ac:spMk id="13" creationId="{9ED62F27-4C5E-4E2B-EEBA-8BC6959DC194}"/>
          </ac:spMkLst>
        </pc:spChg>
        <pc:spChg chg="mod">
          <ac:chgData name="Kalvry A. Cooper" userId="055462aa-a7db-4e88-ae14-754ff4ba5835" providerId="ADAL" clId="{65F35442-3CBE-1947-9164-0794C5E4F264}" dt="2025-04-24T09:52:59.031" v="78" actId="121"/>
          <ac:spMkLst>
            <pc:docMk/>
            <pc:sldMk cId="466586638" sldId="298"/>
            <ac:spMk id="14" creationId="{0D5FA7E9-01DC-80BC-47E5-E902EE2B3E21}"/>
          </ac:spMkLst>
        </pc:spChg>
        <pc:graphicFrameChg chg="mod modGraphic">
          <ac:chgData name="Kalvry A. Cooper" userId="055462aa-a7db-4e88-ae14-754ff4ba5835" providerId="ADAL" clId="{65F35442-3CBE-1947-9164-0794C5E4F264}" dt="2025-04-24T18:44:39.064" v="397"/>
          <ac:graphicFrameMkLst>
            <pc:docMk/>
            <pc:sldMk cId="466586638" sldId="298"/>
            <ac:graphicFrameMk id="11" creationId="{1418CC91-1C8B-29FB-EE08-C16CC843F1DD}"/>
          </ac:graphicFrameMkLst>
        </pc:graphicFrameChg>
      </pc:sldChg>
      <pc:sldChg chg="modSp mod">
        <pc:chgData name="Kalvry A. Cooper" userId="055462aa-a7db-4e88-ae14-754ff4ba5835" providerId="ADAL" clId="{65F35442-3CBE-1947-9164-0794C5E4F264}" dt="2025-04-24T10:45:49.978" v="344" actId="14100"/>
        <pc:sldMkLst>
          <pc:docMk/>
          <pc:sldMk cId="3585525035" sldId="299"/>
        </pc:sldMkLst>
        <pc:spChg chg="mod">
          <ac:chgData name="Kalvry A. Cooper" userId="055462aa-a7db-4e88-ae14-754ff4ba5835" providerId="ADAL" clId="{65F35442-3CBE-1947-9164-0794C5E4F264}" dt="2025-04-24T10:45:36.199" v="340" actId="1076"/>
          <ac:spMkLst>
            <pc:docMk/>
            <pc:sldMk cId="3585525035" sldId="299"/>
            <ac:spMk id="7" creationId="{EF0E9071-DE5B-DA54-0B4A-3C784EE61612}"/>
          </ac:spMkLst>
        </pc:spChg>
        <pc:spChg chg="mod">
          <ac:chgData name="Kalvry A. Cooper" userId="055462aa-a7db-4e88-ae14-754ff4ba5835" providerId="ADAL" clId="{65F35442-3CBE-1947-9164-0794C5E4F264}" dt="2025-04-24T10:45:49.978" v="344" actId="14100"/>
          <ac:spMkLst>
            <pc:docMk/>
            <pc:sldMk cId="3585525035" sldId="299"/>
            <ac:spMk id="10" creationId="{F1E7D17D-8B86-4003-DC1C-3315979584EA}"/>
          </ac:spMkLst>
        </pc:spChg>
        <pc:spChg chg="mod">
          <ac:chgData name="Kalvry A. Cooper" userId="055462aa-a7db-4e88-ae14-754ff4ba5835" providerId="ADAL" clId="{65F35442-3CBE-1947-9164-0794C5E4F264}" dt="2025-04-24T10:45:41.581" v="342" actId="1076"/>
          <ac:spMkLst>
            <pc:docMk/>
            <pc:sldMk cId="3585525035" sldId="299"/>
            <ac:spMk id="16" creationId="{2E58FFFF-AB45-BB6B-6019-1AF3E18C2512}"/>
          </ac:spMkLst>
        </pc:spChg>
      </pc:sldChg>
      <pc:sldChg chg="modSp add mod">
        <pc:chgData name="Kalvry A. Cooper" userId="055462aa-a7db-4e88-ae14-754ff4ba5835" providerId="ADAL" clId="{65F35442-3CBE-1947-9164-0794C5E4F264}" dt="2025-04-24T10:46:03.096" v="347" actId="122"/>
        <pc:sldMkLst>
          <pc:docMk/>
          <pc:sldMk cId="1881290737" sldId="301"/>
        </pc:sldMkLst>
        <pc:spChg chg="mod">
          <ac:chgData name="Kalvry A. Cooper" userId="055462aa-a7db-4e88-ae14-754ff4ba5835" providerId="ADAL" clId="{65F35442-3CBE-1947-9164-0794C5E4F264}" dt="2025-04-24T10:46:03.096" v="347" actId="122"/>
          <ac:spMkLst>
            <pc:docMk/>
            <pc:sldMk cId="1881290737" sldId="301"/>
            <ac:spMk id="10" creationId="{1A362E4B-47D0-9088-C43B-E6C5FE52E826}"/>
          </ac:spMkLst>
        </pc:spChg>
        <pc:spChg chg="mod">
          <ac:chgData name="Kalvry A. Cooper" userId="055462aa-a7db-4e88-ae14-754ff4ba5835" providerId="ADAL" clId="{65F35442-3CBE-1947-9164-0794C5E4F264}" dt="2025-04-24T10:45:16.828" v="337" actId="2711"/>
          <ac:spMkLst>
            <pc:docMk/>
            <pc:sldMk cId="1881290737" sldId="301"/>
            <ac:spMk id="16" creationId="{0F875C51-A9FE-52A5-EDAC-0E8AB1A5D7E1}"/>
          </ac:spMkLst>
        </pc:spChg>
      </pc:sldChg>
      <pc:sldChg chg="del">
        <pc:chgData name="Kalvry A. Cooper" userId="055462aa-a7db-4e88-ae14-754ff4ba5835" providerId="ADAL" clId="{65F35442-3CBE-1947-9164-0794C5E4F264}" dt="2025-04-24T18:53:05.653" v="482" actId="2696"/>
        <pc:sldMkLst>
          <pc:docMk/>
          <pc:sldMk cId="2730592196" sldId="302"/>
        </pc:sldMkLst>
      </pc:sldChg>
    </pc:docChg>
  </pc:docChgLst>
  <pc:docChgLst>
    <pc:chgData name="Raphael Maris Ugboko" userId="0da28135-8de1-4314-b378-7c03f9d16712" providerId="ADAL" clId="{6F466645-9FC0-4934-8427-3CC25FCA6E52}"/>
    <pc:docChg chg="undo custSel addSld modSld">
      <pc:chgData name="Raphael Maris Ugboko" userId="0da28135-8de1-4314-b378-7c03f9d16712" providerId="ADAL" clId="{6F466645-9FC0-4934-8427-3CC25FCA6E52}" dt="2025-04-23T21:30:09.013" v="87" actId="478"/>
      <pc:docMkLst>
        <pc:docMk/>
      </pc:docMkLst>
      <pc:sldChg chg="delSp modSp mod">
        <pc:chgData name="Raphael Maris Ugboko" userId="0da28135-8de1-4314-b378-7c03f9d16712" providerId="ADAL" clId="{6F466645-9FC0-4934-8427-3CC25FCA6E52}" dt="2025-04-23T21:30:09.013" v="87" actId="478"/>
        <pc:sldMkLst>
          <pc:docMk/>
          <pc:sldMk cId="3836690545" sldId="283"/>
        </pc:sldMkLst>
        <pc:spChg chg="del mod">
          <ac:chgData name="Raphael Maris Ugboko" userId="0da28135-8de1-4314-b378-7c03f9d16712" providerId="ADAL" clId="{6F466645-9FC0-4934-8427-3CC25FCA6E52}" dt="2025-04-23T21:30:09.013" v="87" actId="478"/>
          <ac:spMkLst>
            <pc:docMk/>
            <pc:sldMk cId="3836690545" sldId="283"/>
            <ac:spMk id="8" creationId="{953BAFAA-2247-3515-E733-111E8BF15CAD}"/>
          </ac:spMkLst>
        </pc:spChg>
        <pc:spChg chg="mod">
          <ac:chgData name="Raphael Maris Ugboko" userId="0da28135-8de1-4314-b378-7c03f9d16712" providerId="ADAL" clId="{6F466645-9FC0-4934-8427-3CC25FCA6E52}" dt="2025-04-23T21:13:01.599" v="53" actId="207"/>
          <ac:spMkLst>
            <pc:docMk/>
            <pc:sldMk cId="3836690545" sldId="283"/>
            <ac:spMk id="10" creationId="{3B1AE71E-FAC0-9D44-C62B-E63F3CDBCB68}"/>
          </ac:spMkLst>
        </pc:spChg>
      </pc:sldChg>
      <pc:sldChg chg="modSp mod">
        <pc:chgData name="Raphael Maris Ugboko" userId="0da28135-8de1-4314-b378-7c03f9d16712" providerId="ADAL" clId="{6F466645-9FC0-4934-8427-3CC25FCA6E52}" dt="2025-04-23T21:13:12.917" v="54" actId="2710"/>
        <pc:sldMkLst>
          <pc:docMk/>
          <pc:sldMk cId="1819054612" sldId="285"/>
        </pc:sldMkLst>
        <pc:spChg chg="mod">
          <ac:chgData name="Raphael Maris Ugboko" userId="0da28135-8de1-4314-b378-7c03f9d16712" providerId="ADAL" clId="{6F466645-9FC0-4934-8427-3CC25FCA6E52}" dt="2025-04-23T21:13:12.917" v="54" actId="2710"/>
          <ac:spMkLst>
            <pc:docMk/>
            <pc:sldMk cId="1819054612" sldId="285"/>
            <ac:spMk id="7" creationId="{4FF8DD7A-D3EE-1ABB-95C9-E91C1876EB3D}"/>
          </ac:spMkLst>
        </pc:spChg>
      </pc:sldChg>
      <pc:sldChg chg="modSp mod">
        <pc:chgData name="Raphael Maris Ugboko" userId="0da28135-8de1-4314-b378-7c03f9d16712" providerId="ADAL" clId="{6F466645-9FC0-4934-8427-3CC25FCA6E52}" dt="2025-04-23T21:14:09.984" v="60" actId="2710"/>
        <pc:sldMkLst>
          <pc:docMk/>
          <pc:sldMk cId="1601741339" sldId="286"/>
        </pc:sldMkLst>
        <pc:spChg chg="mod">
          <ac:chgData name="Raphael Maris Ugboko" userId="0da28135-8de1-4314-b378-7c03f9d16712" providerId="ADAL" clId="{6F466645-9FC0-4934-8427-3CC25FCA6E52}" dt="2025-04-23T21:14:09.984" v="60" actId="2710"/>
          <ac:spMkLst>
            <pc:docMk/>
            <pc:sldMk cId="1601741339" sldId="286"/>
            <ac:spMk id="23" creationId="{CA6041FC-91A2-5F1A-0C67-999A8EADDA60}"/>
          </ac:spMkLst>
        </pc:spChg>
      </pc:sldChg>
      <pc:sldChg chg="modSp mod">
        <pc:chgData name="Raphael Maris Ugboko" userId="0da28135-8de1-4314-b378-7c03f9d16712" providerId="ADAL" clId="{6F466645-9FC0-4934-8427-3CC25FCA6E52}" dt="2025-04-23T21:14:02.678" v="59" actId="2710"/>
        <pc:sldMkLst>
          <pc:docMk/>
          <pc:sldMk cId="2015951764" sldId="287"/>
        </pc:sldMkLst>
        <pc:spChg chg="mod">
          <ac:chgData name="Raphael Maris Ugboko" userId="0da28135-8de1-4314-b378-7c03f9d16712" providerId="ADAL" clId="{6F466645-9FC0-4934-8427-3CC25FCA6E52}" dt="2025-04-23T21:14:02.678" v="59" actId="2710"/>
          <ac:spMkLst>
            <pc:docMk/>
            <pc:sldMk cId="2015951764" sldId="287"/>
            <ac:spMk id="10" creationId="{481B62A8-69C0-C653-0B8F-129A4BABE60C}"/>
          </ac:spMkLst>
        </pc:spChg>
      </pc:sldChg>
      <pc:sldChg chg="modSp mod">
        <pc:chgData name="Raphael Maris Ugboko" userId="0da28135-8de1-4314-b378-7c03f9d16712" providerId="ADAL" clId="{6F466645-9FC0-4934-8427-3CC25FCA6E52}" dt="2025-04-23T21:13:45.664" v="58" actId="2710"/>
        <pc:sldMkLst>
          <pc:docMk/>
          <pc:sldMk cId="2339874385" sldId="288"/>
        </pc:sldMkLst>
        <pc:spChg chg="mod">
          <ac:chgData name="Raphael Maris Ugboko" userId="0da28135-8de1-4314-b378-7c03f9d16712" providerId="ADAL" clId="{6F466645-9FC0-4934-8427-3CC25FCA6E52}" dt="2025-04-23T21:13:45.664" v="58" actId="2710"/>
          <ac:spMkLst>
            <pc:docMk/>
            <pc:sldMk cId="2339874385" sldId="288"/>
            <ac:spMk id="10" creationId="{908E300A-0513-ED69-A69D-5D2FDA8959F4}"/>
          </ac:spMkLst>
        </pc:spChg>
      </pc:sldChg>
      <pc:sldChg chg="addSp delSp modSp add mod">
        <pc:chgData name="Raphael Maris Ugboko" userId="0da28135-8de1-4314-b378-7c03f9d16712" providerId="ADAL" clId="{6F466645-9FC0-4934-8427-3CC25FCA6E52}" dt="2025-04-23T21:15:25.508" v="61" actId="122"/>
        <pc:sldMkLst>
          <pc:docMk/>
          <pc:sldMk cId="340988143" sldId="292"/>
        </pc:sldMkLst>
        <pc:spChg chg="add del mod">
          <ac:chgData name="Raphael Maris Ugboko" userId="0da28135-8de1-4314-b378-7c03f9d16712" providerId="ADAL" clId="{6F466645-9FC0-4934-8427-3CC25FCA6E52}" dt="2025-04-23T20:49:18.319" v="25" actId="478"/>
          <ac:spMkLst>
            <pc:docMk/>
            <pc:sldMk cId="340988143" sldId="292"/>
            <ac:spMk id="4" creationId="{CFB7610D-E40F-3F26-D71D-D0C392915686}"/>
          </ac:spMkLst>
        </pc:spChg>
        <pc:spChg chg="del">
          <ac:chgData name="Raphael Maris Ugboko" userId="0da28135-8de1-4314-b378-7c03f9d16712" providerId="ADAL" clId="{6F466645-9FC0-4934-8427-3CC25FCA6E52}" dt="2025-04-23T20:49:10.612" v="24" actId="478"/>
          <ac:spMkLst>
            <pc:docMk/>
            <pc:sldMk cId="340988143" sldId="292"/>
            <ac:spMk id="7" creationId="{53E98796-00A1-721C-75D8-5C76E35A0FD6}"/>
          </ac:spMkLst>
        </pc:spChg>
        <pc:spChg chg="mod">
          <ac:chgData name="Raphael Maris Ugboko" userId="0da28135-8de1-4314-b378-7c03f9d16712" providerId="ADAL" clId="{6F466645-9FC0-4934-8427-3CC25FCA6E52}" dt="2025-04-23T20:49:03.484" v="23" actId="20577"/>
          <ac:spMkLst>
            <pc:docMk/>
            <pc:sldMk cId="340988143" sldId="292"/>
            <ac:spMk id="11" creationId="{A6DC50D5-DC43-713A-C0A2-B01454ED7A82}"/>
          </ac:spMkLst>
        </pc:spChg>
        <pc:graphicFrameChg chg="add mod modGraphic">
          <ac:chgData name="Raphael Maris Ugboko" userId="0da28135-8de1-4314-b378-7c03f9d16712" providerId="ADAL" clId="{6F466645-9FC0-4934-8427-3CC25FCA6E52}" dt="2025-04-23T21:15:25.508" v="61" actId="122"/>
          <ac:graphicFrameMkLst>
            <pc:docMk/>
            <pc:sldMk cId="340988143" sldId="292"/>
            <ac:graphicFrameMk id="10" creationId="{391B9C8C-33AD-FA3F-0D7B-5CA09322DAEA}"/>
          </ac:graphicFrameMkLst>
        </pc:graphicFrameChg>
      </pc:sldChg>
    </pc:docChg>
  </pc:docChgLst>
  <pc:docChgLst>
    <pc:chgData name="Sahil Rajesh Sawant" userId="cd3f9b9f-db4c-4e75-abda-165d3fb4f083" providerId="ADAL" clId="{A8EB5FD7-7AB7-4C71-9EB2-47F22225E0AA}"/>
    <pc:docChg chg="undo custSel addSld delSld modSld sldOrd">
      <pc:chgData name="Sahil Rajesh Sawant" userId="cd3f9b9f-db4c-4e75-abda-165d3fb4f083" providerId="ADAL" clId="{A8EB5FD7-7AB7-4C71-9EB2-47F22225E0AA}" dt="2025-04-24T05:24:40.816" v="2319" actId="1076"/>
      <pc:docMkLst>
        <pc:docMk/>
      </pc:docMkLst>
      <pc:sldChg chg="del">
        <pc:chgData name="Sahil Rajesh Sawant" userId="cd3f9b9f-db4c-4e75-abda-165d3fb4f083" providerId="ADAL" clId="{A8EB5FD7-7AB7-4C71-9EB2-47F22225E0AA}" dt="2025-04-24T04:51:53.877" v="2009" actId="47"/>
        <pc:sldMkLst>
          <pc:docMk/>
          <pc:sldMk cId="109857222" sldId="256"/>
        </pc:sldMkLst>
      </pc:sldChg>
      <pc:sldChg chg="modSp del mod">
        <pc:chgData name="Sahil Rajesh Sawant" userId="cd3f9b9f-db4c-4e75-abda-165d3fb4f083" providerId="ADAL" clId="{A8EB5FD7-7AB7-4C71-9EB2-47F22225E0AA}" dt="2025-04-24T04:51:47.479" v="2006" actId="47"/>
        <pc:sldMkLst>
          <pc:docMk/>
          <pc:sldMk cId="3836690545" sldId="283"/>
        </pc:sldMkLst>
        <pc:spChg chg="mod">
          <ac:chgData name="Sahil Rajesh Sawant" userId="cd3f9b9f-db4c-4e75-abda-165d3fb4f083" providerId="ADAL" clId="{A8EB5FD7-7AB7-4C71-9EB2-47F22225E0AA}" dt="2025-04-24T04:25:49.720" v="1723" actId="113"/>
          <ac:spMkLst>
            <pc:docMk/>
            <pc:sldMk cId="3836690545" sldId="283"/>
            <ac:spMk id="10" creationId="{3B1AE71E-FAC0-9D44-C62B-E63F3CDBCB68}"/>
          </ac:spMkLst>
        </pc:spChg>
      </pc:sldChg>
      <pc:sldChg chg="addSp delSp modSp mod">
        <pc:chgData name="Sahil Rajesh Sawant" userId="cd3f9b9f-db4c-4e75-abda-165d3fb4f083" providerId="ADAL" clId="{A8EB5FD7-7AB7-4C71-9EB2-47F22225E0AA}" dt="2025-04-24T05:09:40.363" v="2160" actId="20577"/>
        <pc:sldMkLst>
          <pc:docMk/>
          <pc:sldMk cId="2330915517" sldId="284"/>
        </pc:sldMkLst>
        <pc:spChg chg="del">
          <ac:chgData name="Sahil Rajesh Sawant" userId="cd3f9b9f-db4c-4e75-abda-165d3fb4f083" providerId="ADAL" clId="{A8EB5FD7-7AB7-4C71-9EB2-47F22225E0AA}" dt="2025-04-24T05:05:01.428" v="2079" actId="478"/>
          <ac:spMkLst>
            <pc:docMk/>
            <pc:sldMk cId="2330915517" sldId="284"/>
            <ac:spMk id="3" creationId="{31903DED-85E9-5510-B6A0-B1E34F2A6ADD}"/>
          </ac:spMkLst>
        </pc:spChg>
        <pc:spChg chg="add mod">
          <ac:chgData name="Sahil Rajesh Sawant" userId="cd3f9b9f-db4c-4e75-abda-165d3fb4f083" providerId="ADAL" clId="{A8EB5FD7-7AB7-4C71-9EB2-47F22225E0AA}" dt="2025-04-24T03:14:14.509" v="817"/>
          <ac:spMkLst>
            <pc:docMk/>
            <pc:sldMk cId="2330915517" sldId="284"/>
            <ac:spMk id="4" creationId="{4FCC36BD-45CC-4B8B-36C9-99D777148D96}"/>
          </ac:spMkLst>
        </pc:spChg>
        <pc:spChg chg="del">
          <ac:chgData name="Sahil Rajesh Sawant" userId="cd3f9b9f-db4c-4e75-abda-165d3fb4f083" providerId="ADAL" clId="{A8EB5FD7-7AB7-4C71-9EB2-47F22225E0AA}" dt="2025-04-24T03:23:28.313" v="818" actId="478"/>
          <ac:spMkLst>
            <pc:docMk/>
            <pc:sldMk cId="2330915517" sldId="284"/>
            <ac:spMk id="7" creationId="{30C8C37E-ED29-46C5-ABE9-8BFE27ACA025}"/>
          </ac:spMkLst>
        </pc:spChg>
        <pc:spChg chg="del">
          <ac:chgData name="Sahil Rajesh Sawant" userId="cd3f9b9f-db4c-4e75-abda-165d3fb4f083" providerId="ADAL" clId="{A8EB5FD7-7AB7-4C71-9EB2-47F22225E0AA}" dt="2025-04-24T05:04:57.002" v="2078" actId="478"/>
          <ac:spMkLst>
            <pc:docMk/>
            <pc:sldMk cId="2330915517" sldId="284"/>
            <ac:spMk id="8" creationId="{A4B58FE1-4111-5E7B-13A1-36B16C3BADC5}"/>
          </ac:spMkLst>
        </pc:spChg>
        <pc:spChg chg="del mod">
          <ac:chgData name="Sahil Rajesh Sawant" userId="cd3f9b9f-db4c-4e75-abda-165d3fb4f083" providerId="ADAL" clId="{A8EB5FD7-7AB7-4C71-9EB2-47F22225E0AA}" dt="2025-04-24T03:14:11.380" v="816" actId="478"/>
          <ac:spMkLst>
            <pc:docMk/>
            <pc:sldMk cId="2330915517" sldId="284"/>
            <ac:spMk id="11" creationId="{B8116C09-FBF3-14C9-77C3-BBAC6098AA2B}"/>
          </ac:spMkLst>
        </pc:spChg>
        <pc:spChg chg="add del mod">
          <ac:chgData name="Sahil Rajesh Sawant" userId="cd3f9b9f-db4c-4e75-abda-165d3fb4f083" providerId="ADAL" clId="{A8EB5FD7-7AB7-4C71-9EB2-47F22225E0AA}" dt="2025-04-24T03:23:34.887" v="819" actId="478"/>
          <ac:spMkLst>
            <pc:docMk/>
            <pc:sldMk cId="2330915517" sldId="284"/>
            <ac:spMk id="12" creationId="{F0518A9F-D70D-D48C-FE6E-C3DF8A3046C8}"/>
          </ac:spMkLst>
        </pc:spChg>
        <pc:spChg chg="add mod">
          <ac:chgData name="Sahil Rajesh Sawant" userId="cd3f9b9f-db4c-4e75-abda-165d3fb4f083" providerId="ADAL" clId="{A8EB5FD7-7AB7-4C71-9EB2-47F22225E0AA}" dt="2025-04-24T03:28:42.109" v="869" actId="1035"/>
          <ac:spMkLst>
            <pc:docMk/>
            <pc:sldMk cId="2330915517" sldId="284"/>
            <ac:spMk id="14" creationId="{D8FBC679-3AC2-17AF-C13E-7CF6557D5360}"/>
          </ac:spMkLst>
        </pc:spChg>
        <pc:spChg chg="add mod">
          <ac:chgData name="Sahil Rajesh Sawant" userId="cd3f9b9f-db4c-4e75-abda-165d3fb4f083" providerId="ADAL" clId="{A8EB5FD7-7AB7-4C71-9EB2-47F22225E0AA}" dt="2025-04-24T03:46:01.376" v="1453" actId="14100"/>
          <ac:spMkLst>
            <pc:docMk/>
            <pc:sldMk cId="2330915517" sldId="284"/>
            <ac:spMk id="15" creationId="{7881980A-8C79-F478-DD8D-D2B3BC21EEB0}"/>
          </ac:spMkLst>
        </pc:spChg>
        <pc:spChg chg="add">
          <ac:chgData name="Sahil Rajesh Sawant" userId="cd3f9b9f-db4c-4e75-abda-165d3fb4f083" providerId="ADAL" clId="{A8EB5FD7-7AB7-4C71-9EB2-47F22225E0AA}" dt="2025-04-24T03:41:37.889" v="1366"/>
          <ac:spMkLst>
            <pc:docMk/>
            <pc:sldMk cId="2330915517" sldId="284"/>
            <ac:spMk id="16" creationId="{7544F7F7-B8F1-1C3E-8ACD-01629B2ACCE3}"/>
          </ac:spMkLst>
        </pc:spChg>
        <pc:spChg chg="add mod">
          <ac:chgData name="Sahil Rajesh Sawant" userId="cd3f9b9f-db4c-4e75-abda-165d3fb4f083" providerId="ADAL" clId="{A8EB5FD7-7AB7-4C71-9EB2-47F22225E0AA}" dt="2025-04-24T03:42:56.092" v="1400" actId="21"/>
          <ac:spMkLst>
            <pc:docMk/>
            <pc:sldMk cId="2330915517" sldId="284"/>
            <ac:spMk id="17" creationId="{1F14BF02-A0AB-86B0-5F50-880422DAFB9B}"/>
          </ac:spMkLst>
        </pc:spChg>
        <pc:spChg chg="add mod">
          <ac:chgData name="Sahil Rajesh Sawant" userId="cd3f9b9f-db4c-4e75-abda-165d3fb4f083" providerId="ADAL" clId="{A8EB5FD7-7AB7-4C71-9EB2-47F22225E0AA}" dt="2025-04-24T05:09:40.363" v="2160" actId="20577"/>
          <ac:spMkLst>
            <pc:docMk/>
            <pc:sldMk cId="2330915517" sldId="284"/>
            <ac:spMk id="18" creationId="{CB52078C-599B-9C38-FFE4-8D74D3022878}"/>
          </ac:spMkLst>
        </pc:spChg>
        <pc:graphicFrameChg chg="add mod modGraphic">
          <ac:chgData name="Sahil Rajesh Sawant" userId="cd3f9b9f-db4c-4e75-abda-165d3fb4f083" providerId="ADAL" clId="{A8EB5FD7-7AB7-4C71-9EB2-47F22225E0AA}" dt="2025-04-24T04:22:36.477" v="1694"/>
          <ac:graphicFrameMkLst>
            <pc:docMk/>
            <pc:sldMk cId="2330915517" sldId="284"/>
            <ac:graphicFrameMk id="13" creationId="{E69580EA-7A2B-451A-57FF-7FA3EA536057}"/>
          </ac:graphicFrameMkLst>
        </pc:graphicFrameChg>
      </pc:sldChg>
      <pc:sldChg chg="addSp delSp modSp add del mod">
        <pc:chgData name="Sahil Rajesh Sawant" userId="cd3f9b9f-db4c-4e75-abda-165d3fb4f083" providerId="ADAL" clId="{A8EB5FD7-7AB7-4C71-9EB2-47F22225E0AA}" dt="2025-04-24T05:18:44.448" v="2248" actId="20577"/>
        <pc:sldMkLst>
          <pc:docMk/>
          <pc:sldMk cId="1819054612" sldId="285"/>
        </pc:sldMkLst>
        <pc:spChg chg="del">
          <ac:chgData name="Sahil Rajesh Sawant" userId="cd3f9b9f-db4c-4e75-abda-165d3fb4f083" providerId="ADAL" clId="{A8EB5FD7-7AB7-4C71-9EB2-47F22225E0AA}" dt="2025-04-24T05:04:31.433" v="2076" actId="478"/>
          <ac:spMkLst>
            <pc:docMk/>
            <pc:sldMk cId="1819054612" sldId="285"/>
            <ac:spMk id="3" creationId="{F7537027-8B54-63C9-9ACC-CB0BDB00EFB2}"/>
          </ac:spMkLst>
        </pc:spChg>
        <pc:spChg chg="mod">
          <ac:chgData name="Sahil Rajesh Sawant" userId="cd3f9b9f-db4c-4e75-abda-165d3fb4f083" providerId="ADAL" clId="{A8EB5FD7-7AB7-4C71-9EB2-47F22225E0AA}" dt="2025-04-24T05:18:44.448" v="2248" actId="20577"/>
          <ac:spMkLst>
            <pc:docMk/>
            <pc:sldMk cId="1819054612" sldId="285"/>
            <ac:spMk id="7" creationId="{4FF8DD7A-D3EE-1ABB-95C9-E91C1876EB3D}"/>
          </ac:spMkLst>
        </pc:spChg>
        <pc:spChg chg="del mod">
          <ac:chgData name="Sahil Rajesh Sawant" userId="cd3f9b9f-db4c-4e75-abda-165d3fb4f083" providerId="ADAL" clId="{A8EB5FD7-7AB7-4C71-9EB2-47F22225E0AA}" dt="2025-04-24T05:09:48.916" v="2162" actId="478"/>
          <ac:spMkLst>
            <pc:docMk/>
            <pc:sldMk cId="1819054612" sldId="285"/>
            <ac:spMk id="8" creationId="{FF41336B-A667-0891-8878-FD5FF3081C3A}"/>
          </ac:spMkLst>
        </pc:spChg>
        <pc:spChg chg="del">
          <ac:chgData name="Sahil Rajesh Sawant" userId="cd3f9b9f-db4c-4e75-abda-165d3fb4f083" providerId="ADAL" clId="{A8EB5FD7-7AB7-4C71-9EB2-47F22225E0AA}" dt="2025-04-24T03:46:59.310" v="1456" actId="478"/>
          <ac:spMkLst>
            <pc:docMk/>
            <pc:sldMk cId="1819054612" sldId="285"/>
            <ac:spMk id="10" creationId="{FE0C2039-FC9E-40A5-B4F2-13FFD3275031}"/>
          </ac:spMkLst>
        </pc:spChg>
        <pc:spChg chg="add del mod">
          <ac:chgData name="Sahil Rajesh Sawant" userId="cd3f9b9f-db4c-4e75-abda-165d3fb4f083" providerId="ADAL" clId="{A8EB5FD7-7AB7-4C71-9EB2-47F22225E0AA}" dt="2025-04-24T03:46:54.988" v="1455" actId="478"/>
          <ac:spMkLst>
            <pc:docMk/>
            <pc:sldMk cId="1819054612" sldId="285"/>
            <ac:spMk id="12" creationId="{B3D8D613-D44B-2B3A-1AD4-60848AA34C8C}"/>
          </ac:spMkLst>
        </pc:spChg>
        <pc:spChg chg="add mod">
          <ac:chgData name="Sahil Rajesh Sawant" userId="cd3f9b9f-db4c-4e75-abda-165d3fb4f083" providerId="ADAL" clId="{A8EB5FD7-7AB7-4C71-9EB2-47F22225E0AA}" dt="2025-04-24T05:00:14.771" v="2071" actId="20577"/>
          <ac:spMkLst>
            <pc:docMk/>
            <pc:sldMk cId="1819054612" sldId="285"/>
            <ac:spMk id="13" creationId="{04AF3268-D328-13EE-251D-0F7DEC8B27D0}"/>
          </ac:spMkLst>
        </pc:spChg>
        <pc:spChg chg="add mod">
          <ac:chgData name="Sahil Rajesh Sawant" userId="cd3f9b9f-db4c-4e75-abda-165d3fb4f083" providerId="ADAL" clId="{A8EB5FD7-7AB7-4C71-9EB2-47F22225E0AA}" dt="2025-04-24T05:09:43.677" v="2161"/>
          <ac:spMkLst>
            <pc:docMk/>
            <pc:sldMk cId="1819054612" sldId="285"/>
            <ac:spMk id="14" creationId="{392E6D0F-3166-110C-6A38-E2E4C7411B03}"/>
          </ac:spMkLst>
        </pc:spChg>
        <pc:spChg chg="add mod">
          <ac:chgData name="Sahil Rajesh Sawant" userId="cd3f9b9f-db4c-4e75-abda-165d3fb4f083" providerId="ADAL" clId="{A8EB5FD7-7AB7-4C71-9EB2-47F22225E0AA}" dt="2025-04-24T05:09:52.954" v="2166" actId="20577"/>
          <ac:spMkLst>
            <pc:docMk/>
            <pc:sldMk cId="1819054612" sldId="285"/>
            <ac:spMk id="15" creationId="{B16ABFD7-A448-5D07-04DD-59ACE3B8CF3F}"/>
          </ac:spMkLst>
        </pc:spChg>
        <pc:picChg chg="mod modCrop">
          <ac:chgData name="Sahil Rajesh Sawant" userId="cd3f9b9f-db4c-4e75-abda-165d3fb4f083" providerId="ADAL" clId="{A8EB5FD7-7AB7-4C71-9EB2-47F22225E0AA}" dt="2025-04-24T03:44:27.465" v="1427" actId="732"/>
          <ac:picMkLst>
            <pc:docMk/>
            <pc:sldMk cId="1819054612" sldId="285"/>
            <ac:picMk id="11" creationId="{50106258-1277-04B6-AFE9-BC28FA7DFAFD}"/>
          </ac:picMkLst>
        </pc:picChg>
      </pc:sldChg>
      <pc:sldChg chg="addSp delSp modSp mod">
        <pc:chgData name="Sahil Rajesh Sawant" userId="cd3f9b9f-db4c-4e75-abda-165d3fb4f083" providerId="ADAL" clId="{A8EB5FD7-7AB7-4C71-9EB2-47F22225E0AA}" dt="2025-04-24T05:09:17.304" v="2150" actId="20577"/>
        <pc:sldMkLst>
          <pc:docMk/>
          <pc:sldMk cId="1601741339" sldId="286"/>
        </pc:sldMkLst>
        <pc:spChg chg="del">
          <ac:chgData name="Sahil Rajesh Sawant" userId="cd3f9b9f-db4c-4e75-abda-165d3fb4f083" providerId="ADAL" clId="{A8EB5FD7-7AB7-4C71-9EB2-47F22225E0AA}" dt="2025-04-24T05:06:22.176" v="2084" actId="478"/>
          <ac:spMkLst>
            <pc:docMk/>
            <pc:sldMk cId="1601741339" sldId="286"/>
            <ac:spMk id="3" creationId="{E4B7361B-A0CF-6971-61A2-103925D177F9}"/>
          </ac:spMkLst>
        </pc:spChg>
        <pc:spChg chg="add mod">
          <ac:chgData name="Sahil Rajesh Sawant" userId="cd3f9b9f-db4c-4e75-abda-165d3fb4f083" providerId="ADAL" clId="{A8EB5FD7-7AB7-4C71-9EB2-47F22225E0AA}" dt="2025-04-24T05:09:17.304" v="2150" actId="20577"/>
          <ac:spMkLst>
            <pc:docMk/>
            <pc:sldMk cId="1601741339" sldId="286"/>
            <ac:spMk id="4" creationId="{CD8BEAFF-A8BF-F077-B309-9D7096AAB8BC}"/>
          </ac:spMkLst>
        </pc:spChg>
        <pc:spChg chg="del">
          <ac:chgData name="Sahil Rajesh Sawant" userId="cd3f9b9f-db4c-4e75-abda-165d3fb4f083" providerId="ADAL" clId="{A8EB5FD7-7AB7-4C71-9EB2-47F22225E0AA}" dt="2025-04-24T05:06:26.123" v="2085" actId="478"/>
          <ac:spMkLst>
            <pc:docMk/>
            <pc:sldMk cId="1601741339" sldId="286"/>
            <ac:spMk id="8" creationId="{F22D8CFE-5829-24C9-7525-E70861BEDFC0}"/>
          </ac:spMkLst>
        </pc:spChg>
        <pc:spChg chg="add mod">
          <ac:chgData name="Sahil Rajesh Sawant" userId="cd3f9b9f-db4c-4e75-abda-165d3fb4f083" providerId="ADAL" clId="{A8EB5FD7-7AB7-4C71-9EB2-47F22225E0AA}" dt="2025-04-23T01:57:55.940" v="20" actId="208"/>
          <ac:spMkLst>
            <pc:docMk/>
            <pc:sldMk cId="1601741339" sldId="286"/>
            <ac:spMk id="13" creationId="{761E8A88-797E-8B3D-8E54-2E40CAE02608}"/>
          </ac:spMkLst>
        </pc:spChg>
        <pc:spChg chg="add del mod">
          <ac:chgData name="Sahil Rajesh Sawant" userId="cd3f9b9f-db4c-4e75-abda-165d3fb4f083" providerId="ADAL" clId="{A8EB5FD7-7AB7-4C71-9EB2-47F22225E0AA}" dt="2025-04-23T02:00:23.967" v="38"/>
          <ac:spMkLst>
            <pc:docMk/>
            <pc:sldMk cId="1601741339" sldId="286"/>
            <ac:spMk id="21" creationId="{61400E51-AA99-A800-6F6C-6CD3FFD1728A}"/>
          </ac:spMkLst>
        </pc:spChg>
        <pc:spChg chg="add del mod">
          <ac:chgData name="Sahil Rajesh Sawant" userId="cd3f9b9f-db4c-4e75-abda-165d3fb4f083" providerId="ADAL" clId="{A8EB5FD7-7AB7-4C71-9EB2-47F22225E0AA}" dt="2025-04-23T02:00:23.970" v="40"/>
          <ac:spMkLst>
            <pc:docMk/>
            <pc:sldMk cId="1601741339" sldId="286"/>
            <ac:spMk id="22" creationId="{8B0412C9-0CA8-9978-AD14-E3C55356DCEF}"/>
          </ac:spMkLst>
        </pc:spChg>
        <pc:spChg chg="add mod">
          <ac:chgData name="Sahil Rajesh Sawant" userId="cd3f9b9f-db4c-4e75-abda-165d3fb4f083" providerId="ADAL" clId="{A8EB5FD7-7AB7-4C71-9EB2-47F22225E0AA}" dt="2025-04-23T02:08:59.461" v="219" actId="113"/>
          <ac:spMkLst>
            <pc:docMk/>
            <pc:sldMk cId="1601741339" sldId="286"/>
            <ac:spMk id="23" creationId="{CA6041FC-91A2-5F1A-0C67-999A8EADDA60}"/>
          </ac:spMkLst>
        </pc:spChg>
        <pc:spChg chg="add del mod">
          <ac:chgData name="Sahil Rajesh Sawant" userId="cd3f9b9f-db4c-4e75-abda-165d3fb4f083" providerId="ADAL" clId="{A8EB5FD7-7AB7-4C71-9EB2-47F22225E0AA}" dt="2025-04-23T03:08:41.679" v="439" actId="478"/>
          <ac:spMkLst>
            <pc:docMk/>
            <pc:sldMk cId="1601741339" sldId="286"/>
            <ac:spMk id="24" creationId="{87CB0534-EBB8-F349-5037-A907A23C98DC}"/>
          </ac:spMkLst>
        </pc:spChg>
        <pc:spChg chg="add mod">
          <ac:chgData name="Sahil Rajesh Sawant" userId="cd3f9b9f-db4c-4e75-abda-165d3fb4f083" providerId="ADAL" clId="{A8EB5FD7-7AB7-4C71-9EB2-47F22225E0AA}" dt="2025-04-23T02:08:20.693" v="215" actId="1076"/>
          <ac:spMkLst>
            <pc:docMk/>
            <pc:sldMk cId="1601741339" sldId="286"/>
            <ac:spMk id="25" creationId="{B8F50339-0370-49C4-135B-1226C11E9FD7}"/>
          </ac:spMkLst>
        </pc:spChg>
        <pc:spChg chg="add mod">
          <ac:chgData name="Sahil Rajesh Sawant" userId="cd3f9b9f-db4c-4e75-abda-165d3fb4f083" providerId="ADAL" clId="{A8EB5FD7-7AB7-4C71-9EB2-47F22225E0AA}" dt="2025-04-23T03:08:42.472" v="440"/>
          <ac:spMkLst>
            <pc:docMk/>
            <pc:sldMk cId="1601741339" sldId="286"/>
            <ac:spMk id="26" creationId="{CB84E9DC-6C8E-979B-E58E-3E8A5B917111}"/>
          </ac:spMkLst>
        </pc:spChg>
        <pc:picChg chg="add del mod">
          <ac:chgData name="Sahil Rajesh Sawant" userId="cd3f9b9f-db4c-4e75-abda-165d3fb4f083" providerId="ADAL" clId="{A8EB5FD7-7AB7-4C71-9EB2-47F22225E0AA}" dt="2025-04-23T01:51:42.638" v="4" actId="478"/>
          <ac:picMkLst>
            <pc:docMk/>
            <pc:sldMk cId="1601741339" sldId="286"/>
            <ac:picMk id="4" creationId="{72993B66-DA93-6F8B-4148-5C3F21202FF9}"/>
          </ac:picMkLst>
        </pc:picChg>
        <pc:picChg chg="add del mod">
          <ac:chgData name="Sahil Rajesh Sawant" userId="cd3f9b9f-db4c-4e75-abda-165d3fb4f083" providerId="ADAL" clId="{A8EB5FD7-7AB7-4C71-9EB2-47F22225E0AA}" dt="2025-04-23T01:52:54.129" v="9" actId="478"/>
          <ac:picMkLst>
            <pc:docMk/>
            <pc:sldMk cId="1601741339" sldId="286"/>
            <ac:picMk id="10" creationId="{A268A451-5B80-0C9C-4333-ED277729EB5B}"/>
          </ac:picMkLst>
        </pc:picChg>
        <pc:picChg chg="add mod">
          <ac:chgData name="Sahil Rajesh Sawant" userId="cd3f9b9f-db4c-4e75-abda-165d3fb4f083" providerId="ADAL" clId="{A8EB5FD7-7AB7-4C71-9EB2-47F22225E0AA}" dt="2025-04-23T01:57:28.313" v="17" actId="1076"/>
          <ac:picMkLst>
            <pc:docMk/>
            <pc:sldMk cId="1601741339" sldId="286"/>
            <ac:picMk id="12" creationId="{24AD6E1B-9AF1-E3B9-9C56-D0F6BA50E432}"/>
          </ac:picMkLst>
        </pc:picChg>
        <pc:cxnChg chg="add mod">
          <ac:chgData name="Sahil Rajesh Sawant" userId="cd3f9b9f-db4c-4e75-abda-165d3fb4f083" providerId="ADAL" clId="{A8EB5FD7-7AB7-4C71-9EB2-47F22225E0AA}" dt="2025-04-23T01:59:39.936" v="32" actId="14100"/>
          <ac:cxnSpMkLst>
            <pc:docMk/>
            <pc:sldMk cId="1601741339" sldId="286"/>
            <ac:cxnSpMk id="15" creationId="{B1F90942-75A5-6E38-D511-EA02FC2045B8}"/>
          </ac:cxnSpMkLst>
        </pc:cxnChg>
        <pc:cxnChg chg="add mod">
          <ac:chgData name="Sahil Rajesh Sawant" userId="cd3f9b9f-db4c-4e75-abda-165d3fb4f083" providerId="ADAL" clId="{A8EB5FD7-7AB7-4C71-9EB2-47F22225E0AA}" dt="2025-04-23T01:59:29.886" v="30" actId="13822"/>
          <ac:cxnSpMkLst>
            <pc:docMk/>
            <pc:sldMk cId="1601741339" sldId="286"/>
            <ac:cxnSpMk id="18" creationId="{3CDC4B47-3C11-FDBB-133B-5123177939A0}"/>
          </ac:cxnSpMkLst>
        </pc:cxnChg>
      </pc:sldChg>
      <pc:sldChg chg="addSp delSp modSp mod modNotesTx">
        <pc:chgData name="Sahil Rajesh Sawant" userId="cd3f9b9f-db4c-4e75-abda-165d3fb4f083" providerId="ADAL" clId="{A8EB5FD7-7AB7-4C71-9EB2-47F22225E0AA}" dt="2025-04-24T05:09:08.924" v="2146" actId="20577"/>
        <pc:sldMkLst>
          <pc:docMk/>
          <pc:sldMk cId="2015951764" sldId="287"/>
        </pc:sldMkLst>
        <pc:spChg chg="add mod">
          <ac:chgData name="Sahil Rajesh Sawant" userId="cd3f9b9f-db4c-4e75-abda-165d3fb4f083" providerId="ADAL" clId="{A8EB5FD7-7AB7-4C71-9EB2-47F22225E0AA}" dt="2025-04-23T02:17:00.738" v="229" actId="1038"/>
          <ac:spMkLst>
            <pc:docMk/>
            <pc:sldMk cId="2015951764" sldId="287"/>
            <ac:spMk id="3" creationId="{7DA1E4F3-8823-3CA0-50EE-D99707D46A97}"/>
          </ac:spMkLst>
        </pc:spChg>
        <pc:spChg chg="del">
          <ac:chgData name="Sahil Rajesh Sawant" userId="cd3f9b9f-db4c-4e75-abda-165d3fb4f083" providerId="ADAL" clId="{A8EB5FD7-7AB7-4C71-9EB2-47F22225E0AA}" dt="2025-04-24T05:06:33.875" v="2087" actId="478"/>
          <ac:spMkLst>
            <pc:docMk/>
            <pc:sldMk cId="2015951764" sldId="287"/>
            <ac:spMk id="4" creationId="{887600E3-E4A6-DECB-3475-60393AF75B2F}"/>
          </ac:spMkLst>
        </pc:spChg>
        <pc:spChg chg="del">
          <ac:chgData name="Sahil Rajesh Sawant" userId="cd3f9b9f-db4c-4e75-abda-165d3fb4f083" providerId="ADAL" clId="{A8EB5FD7-7AB7-4C71-9EB2-47F22225E0AA}" dt="2025-04-24T05:06:30.721" v="2086" actId="478"/>
          <ac:spMkLst>
            <pc:docMk/>
            <pc:sldMk cId="2015951764" sldId="287"/>
            <ac:spMk id="8" creationId="{9C8ED82D-D40E-F322-030A-D4BCEF4A51C1}"/>
          </ac:spMkLst>
        </pc:spChg>
        <pc:spChg chg="add mod">
          <ac:chgData name="Sahil Rajesh Sawant" userId="cd3f9b9f-db4c-4e75-abda-165d3fb4f083" providerId="ADAL" clId="{A8EB5FD7-7AB7-4C71-9EB2-47F22225E0AA}" dt="2025-04-23T03:09:21.355" v="441" actId="14100"/>
          <ac:spMkLst>
            <pc:docMk/>
            <pc:sldMk cId="2015951764" sldId="287"/>
            <ac:spMk id="10" creationId="{481B62A8-69C0-C653-0B8F-129A4BABE60C}"/>
          </ac:spMkLst>
        </pc:spChg>
        <pc:spChg chg="add mod">
          <ac:chgData name="Sahil Rajesh Sawant" userId="cd3f9b9f-db4c-4e75-abda-165d3fb4f083" providerId="ADAL" clId="{A8EB5FD7-7AB7-4C71-9EB2-47F22225E0AA}" dt="2025-04-23T03:10:17.653" v="510" actId="1038"/>
          <ac:spMkLst>
            <pc:docMk/>
            <pc:sldMk cId="2015951764" sldId="287"/>
            <ac:spMk id="11" creationId="{45345560-44CB-2E3F-6323-34AFBD8D4C78}"/>
          </ac:spMkLst>
        </pc:spChg>
        <pc:spChg chg="add mod">
          <ac:chgData name="Sahil Rajesh Sawant" userId="cd3f9b9f-db4c-4e75-abda-165d3fb4f083" providerId="ADAL" clId="{A8EB5FD7-7AB7-4C71-9EB2-47F22225E0AA}" dt="2025-04-24T05:09:08.924" v="2146" actId="20577"/>
          <ac:spMkLst>
            <pc:docMk/>
            <pc:sldMk cId="2015951764" sldId="287"/>
            <ac:spMk id="14" creationId="{BD6E05F2-0B68-727D-2C32-C136DAE56BDD}"/>
          </ac:spMkLst>
        </pc:spChg>
        <pc:spChg chg="add mod">
          <ac:chgData name="Sahil Rajesh Sawant" userId="cd3f9b9f-db4c-4e75-abda-165d3fb4f083" providerId="ADAL" clId="{A8EB5FD7-7AB7-4C71-9EB2-47F22225E0AA}" dt="2025-04-23T02:45:51.250" v="295" actId="1582"/>
          <ac:spMkLst>
            <pc:docMk/>
            <pc:sldMk cId="2015951764" sldId="287"/>
            <ac:spMk id="18" creationId="{C10AB2BB-AF7F-DD7F-BABB-6BA9E68930EF}"/>
          </ac:spMkLst>
        </pc:spChg>
        <pc:picChg chg="add mod">
          <ac:chgData name="Sahil Rajesh Sawant" userId="cd3f9b9f-db4c-4e75-abda-165d3fb4f083" providerId="ADAL" clId="{A8EB5FD7-7AB7-4C71-9EB2-47F22225E0AA}" dt="2025-04-23T02:29:03.866" v="255" actId="1076"/>
          <ac:picMkLst>
            <pc:docMk/>
            <pc:sldMk cId="2015951764" sldId="287"/>
            <ac:picMk id="7" creationId="{8F3453B5-E2B7-6E5B-5A50-EF483A7191F1}"/>
          </ac:picMkLst>
        </pc:picChg>
        <pc:cxnChg chg="add mod">
          <ac:chgData name="Sahil Rajesh Sawant" userId="cd3f9b9f-db4c-4e75-abda-165d3fb4f083" providerId="ADAL" clId="{A8EB5FD7-7AB7-4C71-9EB2-47F22225E0AA}" dt="2025-04-23T02:45:19.652" v="294" actId="14100"/>
          <ac:cxnSpMkLst>
            <pc:docMk/>
            <pc:sldMk cId="2015951764" sldId="287"/>
            <ac:cxnSpMk id="12" creationId="{FE887A09-3EC6-43C7-1932-3DB3A8748833}"/>
          </ac:cxnSpMkLst>
        </pc:cxnChg>
        <pc:cxnChg chg="add mod">
          <ac:chgData name="Sahil Rajesh Sawant" userId="cd3f9b9f-db4c-4e75-abda-165d3fb4f083" providerId="ADAL" clId="{A8EB5FD7-7AB7-4C71-9EB2-47F22225E0AA}" dt="2025-04-23T02:44:54.912" v="283" actId="1076"/>
          <ac:cxnSpMkLst>
            <pc:docMk/>
            <pc:sldMk cId="2015951764" sldId="287"/>
            <ac:cxnSpMk id="13" creationId="{9FCDA51C-3FDE-7DF1-4F0F-A8B4563BD30D}"/>
          </ac:cxnSpMkLst>
        </pc:cxnChg>
      </pc:sldChg>
      <pc:sldChg chg="addSp delSp modSp add mod">
        <pc:chgData name="Sahil Rajesh Sawant" userId="cd3f9b9f-db4c-4e75-abda-165d3fb4f083" providerId="ADAL" clId="{A8EB5FD7-7AB7-4C71-9EB2-47F22225E0AA}" dt="2025-04-24T05:08:59.359" v="2142" actId="20577"/>
        <pc:sldMkLst>
          <pc:docMk/>
          <pc:sldMk cId="2339874385" sldId="288"/>
        </pc:sldMkLst>
        <pc:spChg chg="add mod">
          <ac:chgData name="Sahil Rajesh Sawant" userId="cd3f9b9f-db4c-4e75-abda-165d3fb4f083" providerId="ADAL" clId="{A8EB5FD7-7AB7-4C71-9EB2-47F22225E0AA}" dt="2025-04-23T03:03:22.642" v="332" actId="14100"/>
          <ac:spMkLst>
            <pc:docMk/>
            <pc:sldMk cId="2339874385" sldId="288"/>
            <ac:spMk id="4" creationId="{32013A41-EB3D-AE55-3261-80D87FD8B6B1}"/>
          </ac:spMkLst>
        </pc:spChg>
        <pc:spChg chg="del">
          <ac:chgData name="Sahil Rajesh Sawant" userId="cd3f9b9f-db4c-4e75-abda-165d3fb4f083" providerId="ADAL" clId="{A8EB5FD7-7AB7-4C71-9EB2-47F22225E0AA}" dt="2025-04-24T05:06:41.748" v="2088" actId="478"/>
          <ac:spMkLst>
            <pc:docMk/>
            <pc:sldMk cId="2339874385" sldId="288"/>
            <ac:spMk id="8" creationId="{13DAF3C7-A588-32C8-821E-EA4E0F39AA93}"/>
          </ac:spMkLst>
        </pc:spChg>
        <pc:spChg chg="mod">
          <ac:chgData name="Sahil Rajesh Sawant" userId="cd3f9b9f-db4c-4e75-abda-165d3fb4f083" providerId="ADAL" clId="{A8EB5FD7-7AB7-4C71-9EB2-47F22225E0AA}" dt="2025-04-23T03:09:52.206" v="499" actId="1035"/>
          <ac:spMkLst>
            <pc:docMk/>
            <pc:sldMk cId="2339874385" sldId="288"/>
            <ac:spMk id="10" creationId="{908E300A-0513-ED69-A69D-5D2FDA8959F4}"/>
          </ac:spMkLst>
        </pc:spChg>
        <pc:spChg chg="mod">
          <ac:chgData name="Sahil Rajesh Sawant" userId="cd3f9b9f-db4c-4e75-abda-165d3fb4f083" providerId="ADAL" clId="{A8EB5FD7-7AB7-4C71-9EB2-47F22225E0AA}" dt="2025-04-23T03:10:45.585" v="516" actId="1038"/>
          <ac:spMkLst>
            <pc:docMk/>
            <pc:sldMk cId="2339874385" sldId="288"/>
            <ac:spMk id="11" creationId="{4AF5E8C0-64CE-4FC7-C71C-A9B7A8C724A4}"/>
          </ac:spMkLst>
        </pc:spChg>
        <pc:spChg chg="del">
          <ac:chgData name="Sahil Rajesh Sawant" userId="cd3f9b9f-db4c-4e75-abda-165d3fb4f083" providerId="ADAL" clId="{A8EB5FD7-7AB7-4C71-9EB2-47F22225E0AA}" dt="2025-04-24T05:06:44.483" v="2089" actId="478"/>
          <ac:spMkLst>
            <pc:docMk/>
            <pc:sldMk cId="2339874385" sldId="288"/>
            <ac:spMk id="12" creationId="{D769146B-DDB2-8629-3796-7A7F17DB1B2E}"/>
          </ac:spMkLst>
        </pc:spChg>
        <pc:spChg chg="add mod">
          <ac:chgData name="Sahil Rajesh Sawant" userId="cd3f9b9f-db4c-4e75-abda-165d3fb4f083" providerId="ADAL" clId="{A8EB5FD7-7AB7-4C71-9EB2-47F22225E0AA}" dt="2025-04-24T05:08:59.359" v="2142" actId="20577"/>
          <ac:spMkLst>
            <pc:docMk/>
            <pc:sldMk cId="2339874385" sldId="288"/>
            <ac:spMk id="13" creationId="{DC81B3B0-55D0-9D97-E15A-9A3D7DCBA78C}"/>
          </ac:spMkLst>
        </pc:spChg>
        <pc:spChg chg="mod">
          <ac:chgData name="Sahil Rajesh Sawant" userId="cd3f9b9f-db4c-4e75-abda-165d3fb4f083" providerId="ADAL" clId="{A8EB5FD7-7AB7-4C71-9EB2-47F22225E0AA}" dt="2025-04-23T03:02:27.850" v="322" actId="14100"/>
          <ac:spMkLst>
            <pc:docMk/>
            <pc:sldMk cId="2339874385" sldId="288"/>
            <ac:spMk id="18" creationId="{F1551535-D4B4-BE16-DB67-3E20435168B7}"/>
          </ac:spMkLst>
        </pc:spChg>
        <pc:picChg chg="mod">
          <ac:chgData name="Sahil Rajesh Sawant" userId="cd3f9b9f-db4c-4e75-abda-165d3fb4f083" providerId="ADAL" clId="{A8EB5FD7-7AB7-4C71-9EB2-47F22225E0AA}" dt="2025-04-23T03:02:45.057" v="329" actId="1076"/>
          <ac:picMkLst>
            <pc:docMk/>
            <pc:sldMk cId="2339874385" sldId="288"/>
            <ac:picMk id="7" creationId="{DDEEACE7-AF04-2749-9513-8877454F3078}"/>
          </ac:picMkLst>
        </pc:picChg>
        <pc:cxnChg chg="del">
          <ac:chgData name="Sahil Rajesh Sawant" userId="cd3f9b9f-db4c-4e75-abda-165d3fb4f083" providerId="ADAL" clId="{A8EB5FD7-7AB7-4C71-9EB2-47F22225E0AA}" dt="2025-04-23T03:02:36.208" v="325" actId="478"/>
          <ac:cxnSpMkLst>
            <pc:docMk/>
            <pc:sldMk cId="2339874385" sldId="288"/>
            <ac:cxnSpMk id="12" creationId="{0AD33005-24A7-FB80-1C53-4C8F77774901}"/>
          </ac:cxnSpMkLst>
        </pc:cxnChg>
        <pc:cxnChg chg="del">
          <ac:chgData name="Sahil Rajesh Sawant" userId="cd3f9b9f-db4c-4e75-abda-165d3fb4f083" providerId="ADAL" clId="{A8EB5FD7-7AB7-4C71-9EB2-47F22225E0AA}" dt="2025-04-23T03:02:38.858" v="326" actId="478"/>
          <ac:cxnSpMkLst>
            <pc:docMk/>
            <pc:sldMk cId="2339874385" sldId="288"/>
            <ac:cxnSpMk id="13" creationId="{317F6923-BDC1-A488-07D0-078C9CAD4CCE}"/>
          </ac:cxnSpMkLst>
        </pc:cxnChg>
      </pc:sldChg>
      <pc:sldChg chg="addSp delSp modSp add mod ord modNotesTx">
        <pc:chgData name="Sahil Rajesh Sawant" userId="cd3f9b9f-db4c-4e75-abda-165d3fb4f083" providerId="ADAL" clId="{A8EB5FD7-7AB7-4C71-9EB2-47F22225E0AA}" dt="2025-04-24T05:08:47.406" v="2138" actId="20577"/>
        <pc:sldMkLst>
          <pc:docMk/>
          <pc:sldMk cId="3314386207" sldId="289"/>
        </pc:sldMkLst>
        <pc:spChg chg="add mod">
          <ac:chgData name="Sahil Rajesh Sawant" userId="cd3f9b9f-db4c-4e75-abda-165d3fb4f083" providerId="ADAL" clId="{A8EB5FD7-7AB7-4C71-9EB2-47F22225E0AA}" dt="2025-04-23T03:11:51.376" v="521"/>
          <ac:spMkLst>
            <pc:docMk/>
            <pc:sldMk cId="3314386207" sldId="289"/>
            <ac:spMk id="3" creationId="{78B91A52-F970-8AB5-441C-9DB64A543787}"/>
          </ac:spMkLst>
        </pc:spChg>
        <pc:spChg chg="del">
          <ac:chgData name="Sahil Rajesh Sawant" userId="cd3f9b9f-db4c-4e75-abda-165d3fb4f083" providerId="ADAL" clId="{A8EB5FD7-7AB7-4C71-9EB2-47F22225E0AA}" dt="2025-04-24T05:06:55.110" v="2091" actId="478"/>
          <ac:spMkLst>
            <pc:docMk/>
            <pc:sldMk cId="3314386207" sldId="289"/>
            <ac:spMk id="4" creationId="{3DC53002-F8A7-8173-1FA7-5BAA19EA0AB4}"/>
          </ac:spMkLst>
        </pc:spChg>
        <pc:spChg chg="del">
          <ac:chgData name="Sahil Rajesh Sawant" userId="cd3f9b9f-db4c-4e75-abda-165d3fb4f083" providerId="ADAL" clId="{A8EB5FD7-7AB7-4C71-9EB2-47F22225E0AA}" dt="2025-04-24T05:06:51.423" v="2090" actId="478"/>
          <ac:spMkLst>
            <pc:docMk/>
            <pc:sldMk cId="3314386207" sldId="289"/>
            <ac:spMk id="8" creationId="{116D6DC9-5F84-5CCE-BB09-51AD83FAAEEF}"/>
          </ac:spMkLst>
        </pc:spChg>
        <pc:spChg chg="del">
          <ac:chgData name="Sahil Rajesh Sawant" userId="cd3f9b9f-db4c-4e75-abda-165d3fb4f083" providerId="ADAL" clId="{A8EB5FD7-7AB7-4C71-9EB2-47F22225E0AA}" dt="2025-04-23T02:49:28.114" v="319" actId="478"/>
          <ac:spMkLst>
            <pc:docMk/>
            <pc:sldMk cId="3314386207" sldId="289"/>
            <ac:spMk id="10" creationId="{4DB4B756-D31D-C002-FACA-54737E865233}"/>
          </ac:spMkLst>
        </pc:spChg>
        <pc:spChg chg="add mod">
          <ac:chgData name="Sahil Rajesh Sawant" userId="cd3f9b9f-db4c-4e75-abda-165d3fb4f083" providerId="ADAL" clId="{A8EB5FD7-7AB7-4C71-9EB2-47F22225E0AA}" dt="2025-04-24T05:08:47.406" v="2138" actId="20577"/>
          <ac:spMkLst>
            <pc:docMk/>
            <pc:sldMk cId="3314386207" sldId="289"/>
            <ac:spMk id="10" creationId="{F4CDC4A6-1926-BBF0-5041-53B8A5B2F36E}"/>
          </ac:spMkLst>
        </pc:spChg>
        <pc:spChg chg="add mod">
          <ac:chgData name="Sahil Rajesh Sawant" userId="cd3f9b9f-db4c-4e75-abda-165d3fb4f083" providerId="ADAL" clId="{A8EB5FD7-7AB7-4C71-9EB2-47F22225E0AA}" dt="2025-04-23T03:20:49.766" v="659" actId="14100"/>
          <ac:spMkLst>
            <pc:docMk/>
            <pc:sldMk cId="3314386207" sldId="289"/>
            <ac:spMk id="11" creationId="{B84F0870-F211-81D8-0C78-9464FB0D0BFF}"/>
          </ac:spMkLst>
        </pc:spChg>
        <pc:spChg chg="add mod">
          <ac:chgData name="Sahil Rajesh Sawant" userId="cd3f9b9f-db4c-4e75-abda-165d3fb4f083" providerId="ADAL" clId="{A8EB5FD7-7AB7-4C71-9EB2-47F22225E0AA}" dt="2025-04-23T03:20:31.914" v="655" actId="20577"/>
          <ac:spMkLst>
            <pc:docMk/>
            <pc:sldMk cId="3314386207" sldId="289"/>
            <ac:spMk id="12" creationId="{BD9B98B5-988A-9A21-602B-813EB224D82E}"/>
          </ac:spMkLst>
        </pc:spChg>
        <pc:spChg chg="add">
          <ac:chgData name="Sahil Rajesh Sawant" userId="cd3f9b9f-db4c-4e75-abda-165d3fb4f083" providerId="ADAL" clId="{A8EB5FD7-7AB7-4C71-9EB2-47F22225E0AA}" dt="2025-04-23T03:19:17.861" v="610"/>
          <ac:spMkLst>
            <pc:docMk/>
            <pc:sldMk cId="3314386207" sldId="289"/>
            <ac:spMk id="13" creationId="{0B1196D5-D482-9AEB-9EB7-13D4D39F8052}"/>
          </ac:spMkLst>
        </pc:spChg>
        <pc:spChg chg="add del mod">
          <ac:chgData name="Sahil Rajesh Sawant" userId="cd3f9b9f-db4c-4e75-abda-165d3fb4f083" providerId="ADAL" clId="{A8EB5FD7-7AB7-4C71-9EB2-47F22225E0AA}" dt="2025-04-23T03:20:17.322" v="632"/>
          <ac:spMkLst>
            <pc:docMk/>
            <pc:sldMk cId="3314386207" sldId="289"/>
            <ac:spMk id="14" creationId="{9F4B10C5-50D3-545A-17B9-74C6D900ADC3}"/>
          </ac:spMkLst>
        </pc:spChg>
        <pc:spChg chg="add mod">
          <ac:chgData name="Sahil Rajesh Sawant" userId="cd3f9b9f-db4c-4e75-abda-165d3fb4f083" providerId="ADAL" clId="{A8EB5FD7-7AB7-4C71-9EB2-47F22225E0AA}" dt="2025-04-23T03:21:46.281" v="666" actId="14100"/>
          <ac:spMkLst>
            <pc:docMk/>
            <pc:sldMk cId="3314386207" sldId="289"/>
            <ac:spMk id="15" creationId="{48554A48-CAD4-1EB5-D70D-BFFB0041198D}"/>
          </ac:spMkLst>
        </pc:spChg>
        <pc:picChg chg="add mod">
          <ac:chgData name="Sahil Rajesh Sawant" userId="cd3f9b9f-db4c-4e75-abda-165d3fb4f083" providerId="ADAL" clId="{A8EB5FD7-7AB7-4C71-9EB2-47F22225E0AA}" dt="2025-04-23T03:21:29.634" v="662" actId="1076"/>
          <ac:picMkLst>
            <pc:docMk/>
            <pc:sldMk cId="3314386207" sldId="289"/>
            <ac:picMk id="7" creationId="{7F7DE02C-8601-4085-8F3A-276FC93D8211}"/>
          </ac:picMkLst>
        </pc:picChg>
      </pc:sldChg>
      <pc:sldChg chg="addSp delSp modSp add mod modNotesTx">
        <pc:chgData name="Sahil Rajesh Sawant" userId="cd3f9b9f-db4c-4e75-abda-165d3fb4f083" providerId="ADAL" clId="{A8EB5FD7-7AB7-4C71-9EB2-47F22225E0AA}" dt="2025-04-24T05:08:32.956" v="2134" actId="20577"/>
        <pc:sldMkLst>
          <pc:docMk/>
          <pc:sldMk cId="849609613" sldId="290"/>
        </pc:sldMkLst>
        <pc:spChg chg="add mod">
          <ac:chgData name="Sahil Rajesh Sawant" userId="cd3f9b9f-db4c-4e75-abda-165d3fb4f083" providerId="ADAL" clId="{A8EB5FD7-7AB7-4C71-9EB2-47F22225E0AA}" dt="2025-04-23T03:24:42.009" v="667"/>
          <ac:spMkLst>
            <pc:docMk/>
            <pc:sldMk cId="849609613" sldId="290"/>
            <ac:spMk id="3" creationId="{2AF4A080-6318-F9F9-B218-1D3ACBFA59E3}"/>
          </ac:spMkLst>
        </pc:spChg>
        <pc:spChg chg="del">
          <ac:chgData name="Sahil Rajesh Sawant" userId="cd3f9b9f-db4c-4e75-abda-165d3fb4f083" providerId="ADAL" clId="{A8EB5FD7-7AB7-4C71-9EB2-47F22225E0AA}" dt="2025-04-24T05:07:02.924" v="2093" actId="478"/>
          <ac:spMkLst>
            <pc:docMk/>
            <pc:sldMk cId="849609613" sldId="290"/>
            <ac:spMk id="4" creationId="{F6C70FD3-ED31-4970-A574-3B1152E198DC}"/>
          </ac:spMkLst>
        </pc:spChg>
        <pc:spChg chg="add mod">
          <ac:chgData name="Sahil Rajesh Sawant" userId="cd3f9b9f-db4c-4e75-abda-165d3fb4f083" providerId="ADAL" clId="{A8EB5FD7-7AB7-4C71-9EB2-47F22225E0AA}" dt="2025-04-24T05:08:32.956" v="2134" actId="20577"/>
          <ac:spMkLst>
            <pc:docMk/>
            <pc:sldMk cId="849609613" sldId="290"/>
            <ac:spMk id="7" creationId="{15F28206-8092-421F-04BB-1A651D49500E}"/>
          </ac:spMkLst>
        </pc:spChg>
        <pc:spChg chg="del">
          <ac:chgData name="Sahil Rajesh Sawant" userId="cd3f9b9f-db4c-4e75-abda-165d3fb4f083" providerId="ADAL" clId="{A8EB5FD7-7AB7-4C71-9EB2-47F22225E0AA}" dt="2025-04-24T05:07:00.986" v="2092" actId="478"/>
          <ac:spMkLst>
            <pc:docMk/>
            <pc:sldMk cId="849609613" sldId="290"/>
            <ac:spMk id="8" creationId="{4F8362FB-6A29-C49B-D218-0862F53AF0AD}"/>
          </ac:spMkLst>
        </pc:spChg>
        <pc:spChg chg="add mod">
          <ac:chgData name="Sahil Rajesh Sawant" userId="cd3f9b9f-db4c-4e75-abda-165d3fb4f083" providerId="ADAL" clId="{A8EB5FD7-7AB7-4C71-9EB2-47F22225E0AA}" dt="2025-04-23T03:33:16.080" v="726" actId="20577"/>
          <ac:spMkLst>
            <pc:docMk/>
            <pc:sldMk cId="849609613" sldId="290"/>
            <ac:spMk id="11" creationId="{E2212B6F-00ED-779E-6B55-11AD071D174F}"/>
          </ac:spMkLst>
        </pc:spChg>
        <pc:spChg chg="add mod">
          <ac:chgData name="Sahil Rajesh Sawant" userId="cd3f9b9f-db4c-4e75-abda-165d3fb4f083" providerId="ADAL" clId="{A8EB5FD7-7AB7-4C71-9EB2-47F22225E0AA}" dt="2025-04-23T03:30:11.217" v="716" actId="20577"/>
          <ac:spMkLst>
            <pc:docMk/>
            <pc:sldMk cId="849609613" sldId="290"/>
            <ac:spMk id="12" creationId="{691A6378-0A73-1739-F429-B8ED5E26CB3C}"/>
          </ac:spMkLst>
        </pc:spChg>
        <pc:spChg chg="add mod">
          <ac:chgData name="Sahil Rajesh Sawant" userId="cd3f9b9f-db4c-4e75-abda-165d3fb4f083" providerId="ADAL" clId="{A8EB5FD7-7AB7-4C71-9EB2-47F22225E0AA}" dt="2025-04-23T03:35:05.066" v="730" actId="14100"/>
          <ac:spMkLst>
            <pc:docMk/>
            <pc:sldMk cId="849609613" sldId="290"/>
            <ac:spMk id="13" creationId="{02836E43-7909-5F9A-79B5-EBFD7646E4DC}"/>
          </ac:spMkLst>
        </pc:spChg>
        <pc:picChg chg="add del mod">
          <ac:chgData name="Sahil Rajesh Sawant" userId="cd3f9b9f-db4c-4e75-abda-165d3fb4f083" providerId="ADAL" clId="{A8EB5FD7-7AB7-4C71-9EB2-47F22225E0AA}" dt="2025-04-23T03:29:41.200" v="672" actId="478"/>
          <ac:picMkLst>
            <pc:docMk/>
            <pc:sldMk cId="849609613" sldId="290"/>
            <ac:picMk id="7" creationId="{6EF67FC4-2E48-A895-631A-0A9AFF1D4FC6}"/>
          </ac:picMkLst>
        </pc:picChg>
        <pc:picChg chg="add mod">
          <ac:chgData name="Sahil Rajesh Sawant" userId="cd3f9b9f-db4c-4e75-abda-165d3fb4f083" providerId="ADAL" clId="{A8EB5FD7-7AB7-4C71-9EB2-47F22225E0AA}" dt="2025-04-23T03:29:52.361" v="673"/>
          <ac:picMkLst>
            <pc:docMk/>
            <pc:sldMk cId="849609613" sldId="290"/>
            <ac:picMk id="10" creationId="{71EC9E63-9843-93E5-A2F2-F22A0A399F3C}"/>
          </ac:picMkLst>
        </pc:picChg>
        <pc:cxnChg chg="add mod">
          <ac:chgData name="Sahil Rajesh Sawant" userId="cd3f9b9f-db4c-4e75-abda-165d3fb4f083" providerId="ADAL" clId="{A8EB5FD7-7AB7-4C71-9EB2-47F22225E0AA}" dt="2025-04-23T03:36:01.882" v="736" actId="14100"/>
          <ac:cxnSpMkLst>
            <pc:docMk/>
            <pc:sldMk cId="849609613" sldId="290"/>
            <ac:cxnSpMk id="14" creationId="{441C14F7-A810-68EC-E9B6-1FE49F76EAD1}"/>
          </ac:cxnSpMkLst>
        </pc:cxnChg>
        <pc:cxnChg chg="add mod">
          <ac:chgData name="Sahil Rajesh Sawant" userId="cd3f9b9f-db4c-4e75-abda-165d3fb4f083" providerId="ADAL" clId="{A8EB5FD7-7AB7-4C71-9EB2-47F22225E0AA}" dt="2025-04-23T03:35:52.879" v="734" actId="1076"/>
          <ac:cxnSpMkLst>
            <pc:docMk/>
            <pc:sldMk cId="849609613" sldId="290"/>
            <ac:cxnSpMk id="15" creationId="{14DDC3CE-97D6-DDF2-8C58-24A3D2A96C09}"/>
          </ac:cxnSpMkLst>
        </pc:cxnChg>
      </pc:sldChg>
      <pc:sldChg chg="addSp delSp modSp add mod modNotesTx">
        <pc:chgData name="Sahil Rajesh Sawant" userId="cd3f9b9f-db4c-4e75-abda-165d3fb4f083" providerId="ADAL" clId="{A8EB5FD7-7AB7-4C71-9EB2-47F22225E0AA}" dt="2025-04-24T05:08:19.833" v="2131" actId="20577"/>
        <pc:sldMkLst>
          <pc:docMk/>
          <pc:sldMk cId="2327595292" sldId="291"/>
        </pc:sldMkLst>
        <pc:spChg chg="del">
          <ac:chgData name="Sahil Rajesh Sawant" userId="cd3f9b9f-db4c-4e75-abda-165d3fb4f083" providerId="ADAL" clId="{A8EB5FD7-7AB7-4C71-9EB2-47F22225E0AA}" dt="2025-04-24T05:07:11.369" v="2095" actId="478"/>
          <ac:spMkLst>
            <pc:docMk/>
            <pc:sldMk cId="2327595292" sldId="291"/>
            <ac:spMk id="4" creationId="{ABC1BBAA-CFFB-0D84-9CE6-43CF2134BA89}"/>
          </ac:spMkLst>
        </pc:spChg>
        <pc:spChg chg="add mod">
          <ac:chgData name="Sahil Rajesh Sawant" userId="cd3f9b9f-db4c-4e75-abda-165d3fb4f083" providerId="ADAL" clId="{A8EB5FD7-7AB7-4C71-9EB2-47F22225E0AA}" dt="2025-04-24T05:08:19.833" v="2131" actId="20577"/>
          <ac:spMkLst>
            <pc:docMk/>
            <pc:sldMk cId="2327595292" sldId="291"/>
            <ac:spMk id="7" creationId="{09CFD8BF-CAD8-1793-0564-5EA7D1CCD9BD}"/>
          </ac:spMkLst>
        </pc:spChg>
        <pc:spChg chg="del">
          <ac:chgData name="Sahil Rajesh Sawant" userId="cd3f9b9f-db4c-4e75-abda-165d3fb4f083" providerId="ADAL" clId="{A8EB5FD7-7AB7-4C71-9EB2-47F22225E0AA}" dt="2025-04-24T05:07:08.520" v="2094" actId="478"/>
          <ac:spMkLst>
            <pc:docMk/>
            <pc:sldMk cId="2327595292" sldId="291"/>
            <ac:spMk id="8" creationId="{F477547B-B338-9D1A-3047-F3B8DA5980E7}"/>
          </ac:spMkLst>
        </pc:spChg>
        <pc:picChg chg="mod">
          <ac:chgData name="Sahil Rajesh Sawant" userId="cd3f9b9f-db4c-4e75-abda-165d3fb4f083" providerId="ADAL" clId="{A8EB5FD7-7AB7-4C71-9EB2-47F22225E0AA}" dt="2025-04-24T05:04:13.981" v="2074" actId="1076"/>
          <ac:picMkLst>
            <pc:docMk/>
            <pc:sldMk cId="2327595292" sldId="291"/>
            <ac:picMk id="3" creationId="{1268513B-30D3-F4E9-3629-DA323788C595}"/>
          </ac:picMkLst>
        </pc:picChg>
        <pc:picChg chg="add mod">
          <ac:chgData name="Sahil Rajesh Sawant" userId="cd3f9b9f-db4c-4e75-abda-165d3fb4f083" providerId="ADAL" clId="{A8EB5FD7-7AB7-4C71-9EB2-47F22225E0AA}" dt="2025-04-23T18:22:40.708" v="743" actId="14100"/>
          <ac:picMkLst>
            <pc:docMk/>
            <pc:sldMk cId="2327595292" sldId="291"/>
            <ac:picMk id="4" creationId="{1DF64017-68BF-A6DB-09A4-7EBA3057B180}"/>
          </ac:picMkLst>
        </pc:picChg>
      </pc:sldChg>
      <pc:sldChg chg="addSp delSp modSp mod">
        <pc:chgData name="Sahil Rajesh Sawant" userId="cd3f9b9f-db4c-4e75-abda-165d3fb4f083" providerId="ADAL" clId="{A8EB5FD7-7AB7-4C71-9EB2-47F22225E0AA}" dt="2025-04-24T05:22:03.148" v="2268" actId="1076"/>
        <pc:sldMkLst>
          <pc:docMk/>
          <pc:sldMk cId="340988143" sldId="292"/>
        </pc:sldMkLst>
        <pc:spChg chg="add del mod">
          <ac:chgData name="Sahil Rajesh Sawant" userId="cd3f9b9f-db4c-4e75-abda-165d3fb4f083" providerId="ADAL" clId="{A8EB5FD7-7AB7-4C71-9EB2-47F22225E0AA}" dt="2025-04-24T02:44:39.157" v="748" actId="478"/>
          <ac:spMkLst>
            <pc:docMk/>
            <pc:sldMk cId="340988143" sldId="292"/>
            <ac:spMk id="4" creationId="{9588CD1B-BFDC-6851-77BD-BC5229776738}"/>
          </ac:spMkLst>
        </pc:spChg>
        <pc:spChg chg="add mod">
          <ac:chgData name="Sahil Rajesh Sawant" userId="cd3f9b9f-db4c-4e75-abda-165d3fb4f083" providerId="ADAL" clId="{A8EB5FD7-7AB7-4C71-9EB2-47F22225E0AA}" dt="2025-04-24T05:20:25.998" v="2258" actId="20577"/>
          <ac:spMkLst>
            <pc:docMk/>
            <pc:sldMk cId="340988143" sldId="292"/>
            <ac:spMk id="7" creationId="{390E81FF-9923-6F97-4FC4-2768A523CDA3}"/>
          </ac:spMkLst>
        </pc:spChg>
        <pc:spChg chg="del">
          <ac:chgData name="Sahil Rajesh Sawant" userId="cd3f9b9f-db4c-4e75-abda-165d3fb4f083" providerId="ADAL" clId="{A8EB5FD7-7AB7-4C71-9EB2-47F22225E0AA}" dt="2025-04-24T05:05:07.632" v="2080" actId="478"/>
          <ac:spMkLst>
            <pc:docMk/>
            <pc:sldMk cId="340988143" sldId="292"/>
            <ac:spMk id="8" creationId="{83C2C5CD-B513-3C28-DCD1-E3D799D7E59D}"/>
          </ac:spMkLst>
        </pc:spChg>
        <pc:spChg chg="del">
          <ac:chgData name="Sahil Rajesh Sawant" userId="cd3f9b9f-db4c-4e75-abda-165d3fb4f083" providerId="ADAL" clId="{A8EB5FD7-7AB7-4C71-9EB2-47F22225E0AA}" dt="2025-04-24T02:44:33.129" v="747" actId="478"/>
          <ac:spMkLst>
            <pc:docMk/>
            <pc:sldMk cId="340988143" sldId="292"/>
            <ac:spMk id="11" creationId="{A6DC50D5-DC43-713A-C0A2-B01454ED7A82}"/>
          </ac:spMkLst>
        </pc:spChg>
        <pc:spChg chg="del">
          <ac:chgData name="Sahil Rajesh Sawant" userId="cd3f9b9f-db4c-4e75-abda-165d3fb4f083" providerId="ADAL" clId="{A8EB5FD7-7AB7-4C71-9EB2-47F22225E0AA}" dt="2025-04-24T05:05:10.822" v="2081" actId="478"/>
          <ac:spMkLst>
            <pc:docMk/>
            <pc:sldMk cId="340988143" sldId="292"/>
            <ac:spMk id="12" creationId="{B79EBC77-065B-37A9-E9F3-3F1C3C025B62}"/>
          </ac:spMkLst>
        </pc:spChg>
        <pc:spChg chg="add mod">
          <ac:chgData name="Sahil Rajesh Sawant" userId="cd3f9b9f-db4c-4e75-abda-165d3fb4f083" providerId="ADAL" clId="{A8EB5FD7-7AB7-4C71-9EB2-47F22225E0AA}" dt="2025-04-24T05:09:33.411" v="2156" actId="20577"/>
          <ac:spMkLst>
            <pc:docMk/>
            <pc:sldMk cId="340988143" sldId="292"/>
            <ac:spMk id="13" creationId="{7077A9F3-1E2A-AEB3-7133-C270A023C1EA}"/>
          </ac:spMkLst>
        </pc:spChg>
        <pc:graphicFrameChg chg="mod modGraphic">
          <ac:chgData name="Sahil Rajesh Sawant" userId="cd3f9b9f-db4c-4e75-abda-165d3fb4f083" providerId="ADAL" clId="{A8EB5FD7-7AB7-4C71-9EB2-47F22225E0AA}" dt="2025-04-24T05:22:03.148" v="2268" actId="1076"/>
          <ac:graphicFrameMkLst>
            <pc:docMk/>
            <pc:sldMk cId="340988143" sldId="292"/>
            <ac:graphicFrameMk id="10" creationId="{391B9C8C-33AD-FA3F-0D7B-5CA09322DAEA}"/>
          </ac:graphicFrameMkLst>
        </pc:graphicFrameChg>
      </pc:sldChg>
      <pc:sldChg chg="del">
        <pc:chgData name="Sahil Rajesh Sawant" userId="cd3f9b9f-db4c-4e75-abda-165d3fb4f083" providerId="ADAL" clId="{A8EB5FD7-7AB7-4C71-9EB2-47F22225E0AA}" dt="2025-04-24T04:45:28.789" v="1998" actId="47"/>
        <pc:sldMkLst>
          <pc:docMk/>
          <pc:sldMk cId="3652720175" sldId="293"/>
        </pc:sldMkLst>
      </pc:sldChg>
      <pc:sldChg chg="addSp delSp modSp mod">
        <pc:chgData name="Sahil Rajesh Sawant" userId="cd3f9b9f-db4c-4e75-abda-165d3fb4f083" providerId="ADAL" clId="{A8EB5FD7-7AB7-4C71-9EB2-47F22225E0AA}" dt="2025-04-24T05:07:54.615" v="2122" actId="20577"/>
        <pc:sldMkLst>
          <pc:docMk/>
          <pc:sldMk cId="1185341399" sldId="294"/>
        </pc:sldMkLst>
        <pc:spChg chg="del">
          <ac:chgData name="Sahil Rajesh Sawant" userId="cd3f9b9f-db4c-4e75-abda-165d3fb4f083" providerId="ADAL" clId="{A8EB5FD7-7AB7-4C71-9EB2-47F22225E0AA}" dt="2025-04-24T04:50:11.920" v="2001" actId="478"/>
          <ac:spMkLst>
            <pc:docMk/>
            <pc:sldMk cId="1185341399" sldId="294"/>
            <ac:spMk id="3" creationId="{0E68F0F1-A3DA-E28B-CA39-74734FE0FE94}"/>
          </ac:spMkLst>
        </pc:spChg>
        <pc:spChg chg="del">
          <ac:chgData name="Sahil Rajesh Sawant" userId="cd3f9b9f-db4c-4e75-abda-165d3fb4f083" providerId="ADAL" clId="{A8EB5FD7-7AB7-4C71-9EB2-47F22225E0AA}" dt="2025-04-24T05:07:37.506" v="2117" actId="478"/>
          <ac:spMkLst>
            <pc:docMk/>
            <pc:sldMk cId="1185341399" sldId="294"/>
            <ac:spMk id="4" creationId="{8E1E79FD-1B8F-D750-87C8-2288FA096EC6}"/>
          </ac:spMkLst>
        </pc:spChg>
        <pc:spChg chg="mod">
          <ac:chgData name="Sahil Rajesh Sawant" userId="cd3f9b9f-db4c-4e75-abda-165d3fb4f083" providerId="ADAL" clId="{A8EB5FD7-7AB7-4C71-9EB2-47F22225E0AA}" dt="2025-04-24T05:07:54.615" v="2122" actId="20577"/>
          <ac:spMkLst>
            <pc:docMk/>
            <pc:sldMk cId="1185341399" sldId="294"/>
            <ac:spMk id="8" creationId="{36DDA352-459E-F6C2-1767-0812EAB0EC2C}"/>
          </ac:spMkLst>
        </pc:spChg>
        <pc:spChg chg="add mod">
          <ac:chgData name="Sahil Rajesh Sawant" userId="cd3f9b9f-db4c-4e75-abda-165d3fb4f083" providerId="ADAL" clId="{A8EB5FD7-7AB7-4C71-9EB2-47F22225E0AA}" dt="2025-04-24T04:50:44.223" v="2004" actId="207"/>
          <ac:spMkLst>
            <pc:docMk/>
            <pc:sldMk cId="1185341399" sldId="294"/>
            <ac:spMk id="10" creationId="{D1B063E9-0DCF-6D6E-3C7B-162653936A00}"/>
          </ac:spMkLst>
        </pc:spChg>
        <pc:spChg chg="mod">
          <ac:chgData name="Sahil Rajesh Sawant" userId="cd3f9b9f-db4c-4e75-abda-165d3fb4f083" providerId="ADAL" clId="{A8EB5FD7-7AB7-4C71-9EB2-47F22225E0AA}" dt="2025-04-24T04:50:48.113" v="2005" actId="1076"/>
          <ac:spMkLst>
            <pc:docMk/>
            <pc:sldMk cId="1185341399" sldId="294"/>
            <ac:spMk id="16" creationId="{46AC8356-006C-5311-1D8C-A0D2D285B83C}"/>
          </ac:spMkLst>
        </pc:spChg>
      </pc:sldChg>
      <pc:sldChg chg="addSp delSp modSp add mod ord">
        <pc:chgData name="Sahil Rajesh Sawant" userId="cd3f9b9f-db4c-4e75-abda-165d3fb4f083" providerId="ADAL" clId="{A8EB5FD7-7AB7-4C71-9EB2-47F22225E0AA}" dt="2025-04-24T05:10:16.267" v="2186" actId="1038"/>
        <pc:sldMkLst>
          <pc:docMk/>
          <pc:sldMk cId="2596695497" sldId="295"/>
        </pc:sldMkLst>
        <pc:spChg chg="add mod">
          <ac:chgData name="Sahil Rajesh Sawant" userId="cd3f9b9f-db4c-4e75-abda-165d3fb4f083" providerId="ADAL" clId="{A8EB5FD7-7AB7-4C71-9EB2-47F22225E0AA}" dt="2025-04-24T02:51:33.177" v="781"/>
          <ac:spMkLst>
            <pc:docMk/>
            <pc:sldMk cId="2596695497" sldId="295"/>
            <ac:spMk id="4" creationId="{236F6665-C1BA-900A-1121-C53E2237D024}"/>
          </ac:spMkLst>
        </pc:spChg>
        <pc:spChg chg="add mod">
          <ac:chgData name="Sahil Rajesh Sawant" userId="cd3f9b9f-db4c-4e75-abda-165d3fb4f083" providerId="ADAL" clId="{A8EB5FD7-7AB7-4C71-9EB2-47F22225E0AA}" dt="2025-04-24T02:51:33.177" v="781"/>
          <ac:spMkLst>
            <pc:docMk/>
            <pc:sldMk cId="2596695497" sldId="295"/>
            <ac:spMk id="7" creationId="{0B43FD3A-C1E6-0638-8B45-66E450B4B3A6}"/>
          </ac:spMkLst>
        </pc:spChg>
        <pc:spChg chg="add mod">
          <ac:chgData name="Sahil Rajesh Sawant" userId="cd3f9b9f-db4c-4e75-abda-165d3fb4f083" providerId="ADAL" clId="{A8EB5FD7-7AB7-4C71-9EB2-47F22225E0AA}" dt="2025-04-24T02:51:33.177" v="781"/>
          <ac:spMkLst>
            <pc:docMk/>
            <pc:sldMk cId="2596695497" sldId="295"/>
            <ac:spMk id="8" creationId="{45B18FCC-99A2-A1E9-D612-ADAEE6763DFC}"/>
          </ac:spMkLst>
        </pc:spChg>
        <pc:spChg chg="del">
          <ac:chgData name="Sahil Rajesh Sawant" userId="cd3f9b9f-db4c-4e75-abda-165d3fb4f083" providerId="ADAL" clId="{A8EB5FD7-7AB7-4C71-9EB2-47F22225E0AA}" dt="2025-04-24T02:51:32.181" v="780" actId="478"/>
          <ac:spMkLst>
            <pc:docMk/>
            <pc:sldMk cId="2596695497" sldId="295"/>
            <ac:spMk id="10" creationId="{BBD2CE1F-B032-B9DD-C9E1-4714653094A4}"/>
          </ac:spMkLst>
        </pc:spChg>
        <pc:spChg chg="add mod">
          <ac:chgData name="Sahil Rajesh Sawant" userId="cd3f9b9f-db4c-4e75-abda-165d3fb4f083" providerId="ADAL" clId="{A8EB5FD7-7AB7-4C71-9EB2-47F22225E0AA}" dt="2025-04-24T05:10:16.267" v="2186" actId="1038"/>
          <ac:spMkLst>
            <pc:docMk/>
            <pc:sldMk cId="2596695497" sldId="295"/>
            <ac:spMk id="11" creationId="{4611E382-BD8E-CB00-1B20-508E529982FE}"/>
          </ac:spMkLst>
        </pc:spChg>
        <pc:spChg chg="add mod">
          <ac:chgData name="Sahil Rajesh Sawant" userId="cd3f9b9f-db4c-4e75-abda-165d3fb4f083" providerId="ADAL" clId="{A8EB5FD7-7AB7-4C71-9EB2-47F22225E0AA}" dt="2025-04-24T02:51:33.177" v="781"/>
          <ac:spMkLst>
            <pc:docMk/>
            <pc:sldMk cId="2596695497" sldId="295"/>
            <ac:spMk id="12" creationId="{C550AF63-AFBA-25A2-F3D3-D9CFE55D85E9}"/>
          </ac:spMkLst>
        </pc:spChg>
        <pc:spChg chg="add mod">
          <ac:chgData name="Sahil Rajesh Sawant" userId="cd3f9b9f-db4c-4e75-abda-165d3fb4f083" providerId="ADAL" clId="{A8EB5FD7-7AB7-4C71-9EB2-47F22225E0AA}" dt="2025-04-24T03:03:39.545" v="787" actId="14100"/>
          <ac:spMkLst>
            <pc:docMk/>
            <pc:sldMk cId="2596695497" sldId="295"/>
            <ac:spMk id="13" creationId="{184DA211-657F-181C-E09F-81897CB52DAA}"/>
          </ac:spMkLst>
        </pc:spChg>
        <pc:spChg chg="add mod">
          <ac:chgData name="Sahil Rajesh Sawant" userId="cd3f9b9f-db4c-4e75-abda-165d3fb4f083" providerId="ADAL" clId="{A8EB5FD7-7AB7-4C71-9EB2-47F22225E0AA}" dt="2025-04-24T03:03:23.591" v="786" actId="113"/>
          <ac:spMkLst>
            <pc:docMk/>
            <pc:sldMk cId="2596695497" sldId="295"/>
            <ac:spMk id="14" creationId="{F068656D-7752-B6A0-7AD2-4B2347134A0A}"/>
          </ac:spMkLst>
        </pc:spChg>
        <pc:spChg chg="add mod">
          <ac:chgData name="Sahil Rajesh Sawant" userId="cd3f9b9f-db4c-4e75-abda-165d3fb4f083" providerId="ADAL" clId="{A8EB5FD7-7AB7-4C71-9EB2-47F22225E0AA}" dt="2025-04-24T05:10:03.427" v="2168" actId="20577"/>
          <ac:spMkLst>
            <pc:docMk/>
            <pc:sldMk cId="2596695497" sldId="295"/>
            <ac:spMk id="16" creationId="{A6A88607-D2CB-EB81-530F-8289A5F5E80E}"/>
          </ac:spMkLst>
        </pc:spChg>
        <pc:picChg chg="add mod">
          <ac:chgData name="Sahil Rajesh Sawant" userId="cd3f9b9f-db4c-4e75-abda-165d3fb4f083" providerId="ADAL" clId="{A8EB5FD7-7AB7-4C71-9EB2-47F22225E0AA}" dt="2025-04-24T05:10:09.161" v="2182" actId="1037"/>
          <ac:picMkLst>
            <pc:docMk/>
            <pc:sldMk cId="2596695497" sldId="295"/>
            <ac:picMk id="15" creationId="{80609B8A-09EE-30FC-28ED-77B4A8D8131F}"/>
          </ac:picMkLst>
        </pc:picChg>
      </pc:sldChg>
      <pc:sldChg chg="addSp delSp modSp add mod">
        <pc:chgData name="Sahil Rajesh Sawant" userId="cd3f9b9f-db4c-4e75-abda-165d3fb4f083" providerId="ADAL" clId="{A8EB5FD7-7AB7-4C71-9EB2-47F22225E0AA}" dt="2025-04-24T05:09:24.519" v="2154" actId="20577"/>
        <pc:sldMkLst>
          <pc:docMk/>
          <pc:sldMk cId="1355132681" sldId="296"/>
        </pc:sldMkLst>
        <pc:spChg chg="add del mod">
          <ac:chgData name="Sahil Rajesh Sawant" userId="cd3f9b9f-db4c-4e75-abda-165d3fb4f083" providerId="ADAL" clId="{A8EB5FD7-7AB7-4C71-9EB2-47F22225E0AA}" dt="2025-04-24T03:51:34.202" v="1570" actId="33524"/>
          <ac:spMkLst>
            <pc:docMk/>
            <pc:sldMk cId="1355132681" sldId="296"/>
            <ac:spMk id="7" creationId="{F19ABCBF-1936-E802-569A-D3BF4B2758A8}"/>
          </ac:spMkLst>
        </pc:spChg>
        <pc:spChg chg="del">
          <ac:chgData name="Sahil Rajesh Sawant" userId="cd3f9b9f-db4c-4e75-abda-165d3fb4f083" providerId="ADAL" clId="{A8EB5FD7-7AB7-4C71-9EB2-47F22225E0AA}" dt="2025-04-24T05:05:16.142" v="2082" actId="478"/>
          <ac:spMkLst>
            <pc:docMk/>
            <pc:sldMk cId="1355132681" sldId="296"/>
            <ac:spMk id="8" creationId="{132DC583-654D-C1FE-799B-CBD723EEDFB5}"/>
          </ac:spMkLst>
        </pc:spChg>
        <pc:spChg chg="del">
          <ac:chgData name="Sahil Rajesh Sawant" userId="cd3f9b9f-db4c-4e75-abda-165d3fb4f083" providerId="ADAL" clId="{A8EB5FD7-7AB7-4C71-9EB2-47F22225E0AA}" dt="2025-04-24T05:05:19.725" v="2083" actId="478"/>
          <ac:spMkLst>
            <pc:docMk/>
            <pc:sldMk cId="1355132681" sldId="296"/>
            <ac:spMk id="12" creationId="{EE592CD5-4EE2-42B9-B117-2CD10AA6A65F}"/>
          </ac:spMkLst>
        </pc:spChg>
        <pc:spChg chg="add mod">
          <ac:chgData name="Sahil Rajesh Sawant" userId="cd3f9b9f-db4c-4e75-abda-165d3fb4f083" providerId="ADAL" clId="{A8EB5FD7-7AB7-4C71-9EB2-47F22225E0AA}" dt="2025-04-24T04:08:26.360" v="1639" actId="14100"/>
          <ac:spMkLst>
            <pc:docMk/>
            <pc:sldMk cId="1355132681" sldId="296"/>
            <ac:spMk id="13" creationId="{1EF845CA-83C4-298C-5749-DC29E09BF72D}"/>
          </ac:spMkLst>
        </pc:spChg>
        <pc:spChg chg="add mod">
          <ac:chgData name="Sahil Rajesh Sawant" userId="cd3f9b9f-db4c-4e75-abda-165d3fb4f083" providerId="ADAL" clId="{A8EB5FD7-7AB7-4C71-9EB2-47F22225E0AA}" dt="2025-04-24T05:09:24.519" v="2154" actId="20577"/>
          <ac:spMkLst>
            <pc:docMk/>
            <pc:sldMk cId="1355132681" sldId="296"/>
            <ac:spMk id="14" creationId="{B8CF5BFE-0F38-35AA-0606-6BFAA7856F38}"/>
          </ac:spMkLst>
        </pc:spChg>
        <pc:graphicFrameChg chg="del">
          <ac:chgData name="Sahil Rajesh Sawant" userId="cd3f9b9f-db4c-4e75-abda-165d3fb4f083" providerId="ADAL" clId="{A8EB5FD7-7AB7-4C71-9EB2-47F22225E0AA}" dt="2025-04-24T03:51:42.833" v="1571" actId="478"/>
          <ac:graphicFrameMkLst>
            <pc:docMk/>
            <pc:sldMk cId="1355132681" sldId="296"/>
            <ac:graphicFrameMk id="10" creationId="{70F70678-2CF7-0EC2-FA9F-DD88827C01DD}"/>
          </ac:graphicFrameMkLst>
        </pc:graphicFrameChg>
        <pc:picChg chg="add mod">
          <ac:chgData name="Sahil Rajesh Sawant" userId="cd3f9b9f-db4c-4e75-abda-165d3fb4f083" providerId="ADAL" clId="{A8EB5FD7-7AB7-4C71-9EB2-47F22225E0AA}" dt="2025-04-24T04:09:03.268" v="1640" actId="1076"/>
          <ac:picMkLst>
            <pc:docMk/>
            <pc:sldMk cId="1355132681" sldId="296"/>
            <ac:picMk id="3" creationId="{3FA8320A-C38E-3BAE-876E-FDF7D658080A}"/>
          </ac:picMkLst>
        </pc:picChg>
        <pc:picChg chg="add mod">
          <ac:chgData name="Sahil Rajesh Sawant" userId="cd3f9b9f-db4c-4e75-abda-165d3fb4f083" providerId="ADAL" clId="{A8EB5FD7-7AB7-4C71-9EB2-47F22225E0AA}" dt="2025-04-24T04:08:07.804" v="1637" actId="14100"/>
          <ac:picMkLst>
            <pc:docMk/>
            <pc:sldMk cId="1355132681" sldId="296"/>
            <ac:picMk id="11" creationId="{C7B23D6F-A398-2333-804B-0A34B55D45AB}"/>
          </ac:picMkLst>
        </pc:picChg>
      </pc:sldChg>
      <pc:sldChg chg="addSp delSp modSp add mod delAnim">
        <pc:chgData name="Sahil Rajesh Sawant" userId="cd3f9b9f-db4c-4e75-abda-165d3fb4f083" providerId="ADAL" clId="{A8EB5FD7-7AB7-4C71-9EB2-47F22225E0AA}" dt="2025-04-24T05:12:04.254" v="2200" actId="20577"/>
        <pc:sldMkLst>
          <pc:docMk/>
          <pc:sldMk cId="3661387823" sldId="297"/>
        </pc:sldMkLst>
        <pc:spChg chg="del mod">
          <ac:chgData name="Sahil Rajesh Sawant" userId="cd3f9b9f-db4c-4e75-abda-165d3fb4f083" providerId="ADAL" clId="{A8EB5FD7-7AB7-4C71-9EB2-47F22225E0AA}" dt="2025-04-24T04:17:49.952" v="1678" actId="478"/>
          <ac:spMkLst>
            <pc:docMk/>
            <pc:sldMk cId="3661387823" sldId="297"/>
            <ac:spMk id="4" creationId="{ABC1BBAA-CFFB-0D84-9CE6-43CF2134BA89}"/>
          </ac:spMkLst>
        </pc:spChg>
        <pc:spChg chg="del mod">
          <ac:chgData name="Sahil Rajesh Sawant" userId="cd3f9b9f-db4c-4e75-abda-165d3fb4f083" providerId="ADAL" clId="{A8EB5FD7-7AB7-4C71-9EB2-47F22225E0AA}" dt="2025-04-24T05:07:18.476" v="2096" actId="478"/>
          <ac:spMkLst>
            <pc:docMk/>
            <pc:sldMk cId="3661387823" sldId="297"/>
            <ac:spMk id="8" creationId="{F477547B-B338-9D1A-3047-F3B8DA5980E7}"/>
          </ac:spMkLst>
        </pc:spChg>
        <pc:spChg chg="add mod">
          <ac:chgData name="Sahil Rajesh Sawant" userId="cd3f9b9f-db4c-4e75-abda-165d3fb4f083" providerId="ADAL" clId="{A8EB5FD7-7AB7-4C71-9EB2-47F22225E0AA}" dt="2025-04-24T05:12:04.254" v="2200" actId="20577"/>
          <ac:spMkLst>
            <pc:docMk/>
            <pc:sldMk cId="3661387823" sldId="297"/>
            <ac:spMk id="10" creationId="{8B3092B5-0082-86A8-5CB3-949664A8842B}"/>
          </ac:spMkLst>
        </pc:spChg>
        <pc:spChg chg="add mod">
          <ac:chgData name="Sahil Rajesh Sawant" userId="cd3f9b9f-db4c-4e75-abda-165d3fb4f083" providerId="ADAL" clId="{A8EB5FD7-7AB7-4C71-9EB2-47F22225E0AA}" dt="2025-04-24T05:08:14.104" v="2128" actId="20577"/>
          <ac:spMkLst>
            <pc:docMk/>
            <pc:sldMk cId="3661387823" sldId="297"/>
            <ac:spMk id="11" creationId="{66801B6C-F8BB-3EF6-F7E2-09D153F678C0}"/>
          </ac:spMkLst>
        </pc:spChg>
        <pc:graphicFrameChg chg="add mod modGraphic">
          <ac:chgData name="Sahil Rajesh Sawant" userId="cd3f9b9f-db4c-4e75-abda-165d3fb4f083" providerId="ADAL" clId="{A8EB5FD7-7AB7-4C71-9EB2-47F22225E0AA}" dt="2025-04-24T04:43:26.082" v="1964" actId="2711"/>
          <ac:graphicFrameMkLst>
            <pc:docMk/>
            <pc:sldMk cId="3661387823" sldId="297"/>
            <ac:graphicFrameMk id="7" creationId="{3EE19755-E708-C526-3FA2-C12A99DD0E4E}"/>
          </ac:graphicFrameMkLst>
        </pc:graphicFrameChg>
        <pc:picChg chg="del">
          <ac:chgData name="Sahil Rajesh Sawant" userId="cd3f9b9f-db4c-4e75-abda-165d3fb4f083" providerId="ADAL" clId="{A8EB5FD7-7AB7-4C71-9EB2-47F22225E0AA}" dt="2025-04-24T04:13:08.929" v="1644" actId="478"/>
          <ac:picMkLst>
            <pc:docMk/>
            <pc:sldMk cId="3661387823" sldId="297"/>
            <ac:picMk id="3" creationId="{1268513B-30D3-F4E9-3629-DA323788C595}"/>
          </ac:picMkLst>
        </pc:picChg>
      </pc:sldChg>
      <pc:sldChg chg="addSp delSp modSp add mod">
        <pc:chgData name="Sahil Rajesh Sawant" userId="cd3f9b9f-db4c-4e75-abda-165d3fb4f083" providerId="ADAL" clId="{A8EB5FD7-7AB7-4C71-9EB2-47F22225E0AA}" dt="2025-04-24T05:08:08.081" v="2125" actId="20577"/>
        <pc:sldMkLst>
          <pc:docMk/>
          <pc:sldMk cId="466586638" sldId="298"/>
        </pc:sldMkLst>
        <pc:spChg chg="add del mod">
          <ac:chgData name="Sahil Rajesh Sawant" userId="cd3f9b9f-db4c-4e75-abda-165d3fb4f083" providerId="ADAL" clId="{A8EB5FD7-7AB7-4C71-9EB2-47F22225E0AA}" dt="2025-04-24T04:33:28.871" v="1755" actId="478"/>
          <ac:spMkLst>
            <pc:docMk/>
            <pc:sldMk cId="466586638" sldId="298"/>
            <ac:spMk id="4" creationId="{ABC5D4D7-A7D8-1D2F-8E3A-F15857B83717}"/>
          </ac:spMkLst>
        </pc:spChg>
        <pc:spChg chg="del">
          <ac:chgData name="Sahil Rajesh Sawant" userId="cd3f9b9f-db4c-4e75-abda-165d3fb4f083" providerId="ADAL" clId="{A8EB5FD7-7AB7-4C71-9EB2-47F22225E0AA}" dt="2025-04-24T05:07:24.162" v="2097" actId="478"/>
          <ac:spMkLst>
            <pc:docMk/>
            <pc:sldMk cId="466586638" sldId="298"/>
            <ac:spMk id="8" creationId="{AABFFB48-2CDC-67F9-2957-C9236BC7A085}"/>
          </ac:spMkLst>
        </pc:spChg>
        <pc:spChg chg="add mod">
          <ac:chgData name="Sahil Rajesh Sawant" userId="cd3f9b9f-db4c-4e75-abda-165d3fb4f083" providerId="ADAL" clId="{A8EB5FD7-7AB7-4C71-9EB2-47F22225E0AA}" dt="2025-04-24T04:40:53.229" v="1953" actId="20577"/>
          <ac:spMkLst>
            <pc:docMk/>
            <pc:sldMk cId="466586638" sldId="298"/>
            <ac:spMk id="12" creationId="{A9252900-57E5-CE1F-F0E8-3480A9363C3A}"/>
          </ac:spMkLst>
        </pc:spChg>
        <pc:spChg chg="add mod">
          <ac:chgData name="Sahil Rajesh Sawant" userId="cd3f9b9f-db4c-4e75-abda-165d3fb4f083" providerId="ADAL" clId="{A8EB5FD7-7AB7-4C71-9EB2-47F22225E0AA}" dt="2025-04-24T04:43:00.110" v="1962" actId="1076"/>
          <ac:spMkLst>
            <pc:docMk/>
            <pc:sldMk cId="466586638" sldId="298"/>
            <ac:spMk id="13" creationId="{9ED62F27-4C5E-4E2B-EEBA-8BC6959DC194}"/>
          </ac:spMkLst>
        </pc:spChg>
        <pc:spChg chg="add mod">
          <ac:chgData name="Sahil Rajesh Sawant" userId="cd3f9b9f-db4c-4e75-abda-165d3fb4f083" providerId="ADAL" clId="{A8EB5FD7-7AB7-4C71-9EB2-47F22225E0AA}" dt="2025-04-24T05:08:08.081" v="2125" actId="20577"/>
          <ac:spMkLst>
            <pc:docMk/>
            <pc:sldMk cId="466586638" sldId="298"/>
            <ac:spMk id="14" creationId="{0D5FA7E9-01DC-80BC-47E5-E902EE2B3E21}"/>
          </ac:spMkLst>
        </pc:spChg>
        <pc:graphicFrameChg chg="del">
          <ac:chgData name="Sahil Rajesh Sawant" userId="cd3f9b9f-db4c-4e75-abda-165d3fb4f083" providerId="ADAL" clId="{A8EB5FD7-7AB7-4C71-9EB2-47F22225E0AA}" dt="2025-04-24T04:26:55.656" v="1725" actId="478"/>
          <ac:graphicFrameMkLst>
            <pc:docMk/>
            <pc:sldMk cId="466586638" sldId="298"/>
            <ac:graphicFrameMk id="7" creationId="{7F826B61-076F-7D18-71DA-6B4BE89D14F8}"/>
          </ac:graphicFrameMkLst>
        </pc:graphicFrameChg>
        <pc:graphicFrameChg chg="add del mod modGraphic">
          <ac:chgData name="Sahil Rajesh Sawant" userId="cd3f9b9f-db4c-4e75-abda-165d3fb4f083" providerId="ADAL" clId="{A8EB5FD7-7AB7-4C71-9EB2-47F22225E0AA}" dt="2025-04-24T04:28:56.164" v="1740" actId="478"/>
          <ac:graphicFrameMkLst>
            <pc:docMk/>
            <pc:sldMk cId="466586638" sldId="298"/>
            <ac:graphicFrameMk id="10" creationId="{3E470A96-9AC7-8C1E-565B-C7D0045C72AF}"/>
          </ac:graphicFrameMkLst>
        </pc:graphicFrameChg>
        <pc:graphicFrameChg chg="add mod modGraphic">
          <ac:chgData name="Sahil Rajesh Sawant" userId="cd3f9b9f-db4c-4e75-abda-165d3fb4f083" providerId="ADAL" clId="{A8EB5FD7-7AB7-4C71-9EB2-47F22225E0AA}" dt="2025-04-24T04:44:05.329" v="1965" actId="207"/>
          <ac:graphicFrameMkLst>
            <pc:docMk/>
            <pc:sldMk cId="466586638" sldId="298"/>
            <ac:graphicFrameMk id="11" creationId="{1418CC91-1C8B-29FB-EE08-C16CC843F1DD}"/>
          </ac:graphicFrameMkLst>
        </pc:graphicFrameChg>
      </pc:sldChg>
      <pc:sldChg chg="delSp modSp add mod">
        <pc:chgData name="Sahil Rajesh Sawant" userId="cd3f9b9f-db4c-4e75-abda-165d3fb4f083" providerId="ADAL" clId="{A8EB5FD7-7AB7-4C71-9EB2-47F22225E0AA}" dt="2025-04-24T05:23:53.494" v="2291" actId="478"/>
        <pc:sldMkLst>
          <pc:docMk/>
          <pc:sldMk cId="3585525035" sldId="299"/>
        </pc:sldMkLst>
        <pc:spChg chg="del">
          <ac:chgData name="Sahil Rajesh Sawant" userId="cd3f9b9f-db4c-4e75-abda-165d3fb4f083" providerId="ADAL" clId="{A8EB5FD7-7AB7-4C71-9EB2-47F22225E0AA}" dt="2025-04-24T05:23:53.494" v="2291" actId="478"/>
          <ac:spMkLst>
            <pc:docMk/>
            <pc:sldMk cId="3585525035" sldId="299"/>
            <ac:spMk id="8" creationId="{857F8E6A-3A0E-766F-C705-A7C40E8D468E}"/>
          </ac:spMkLst>
        </pc:spChg>
        <pc:spChg chg="mod">
          <ac:chgData name="Sahil Rajesh Sawant" userId="cd3f9b9f-db4c-4e75-abda-165d3fb4f083" providerId="ADAL" clId="{A8EB5FD7-7AB7-4C71-9EB2-47F22225E0AA}" dt="2025-04-24T05:23:38.140" v="2280" actId="20577"/>
          <ac:spMkLst>
            <pc:docMk/>
            <pc:sldMk cId="3585525035" sldId="299"/>
            <ac:spMk id="10" creationId="{F1E7D17D-8B86-4003-DC1C-3315979584EA}"/>
          </ac:spMkLst>
        </pc:spChg>
        <pc:spChg chg="mod">
          <ac:chgData name="Sahil Rajesh Sawant" userId="cd3f9b9f-db4c-4e75-abda-165d3fb4f083" providerId="ADAL" clId="{A8EB5FD7-7AB7-4C71-9EB2-47F22225E0AA}" dt="2025-04-24T05:23:44.664" v="2290" actId="1038"/>
          <ac:spMkLst>
            <pc:docMk/>
            <pc:sldMk cId="3585525035" sldId="299"/>
            <ac:spMk id="16" creationId="{2E58FFFF-AB45-BB6B-6019-1AF3E18C2512}"/>
          </ac:spMkLst>
        </pc:spChg>
      </pc:sldChg>
      <pc:sldChg chg="modSp add mod">
        <pc:chgData name="Sahil Rajesh Sawant" userId="cd3f9b9f-db4c-4e75-abda-165d3fb4f083" providerId="ADAL" clId="{A8EB5FD7-7AB7-4C71-9EB2-47F22225E0AA}" dt="2025-04-24T05:24:40.816" v="2319" actId="1076"/>
        <pc:sldMkLst>
          <pc:docMk/>
          <pc:sldMk cId="3778492934" sldId="300"/>
        </pc:sldMkLst>
        <pc:spChg chg="mod">
          <ac:chgData name="Sahil Rajesh Sawant" userId="cd3f9b9f-db4c-4e75-abda-165d3fb4f083" providerId="ADAL" clId="{A8EB5FD7-7AB7-4C71-9EB2-47F22225E0AA}" dt="2025-04-24T05:24:31.500" v="2317" actId="1076"/>
          <ac:spMkLst>
            <pc:docMk/>
            <pc:sldMk cId="3778492934" sldId="300"/>
            <ac:spMk id="7" creationId="{49269749-F059-AE5D-F13C-33FCE396B007}"/>
          </ac:spMkLst>
        </pc:spChg>
        <pc:spChg chg="mod">
          <ac:chgData name="Sahil Rajesh Sawant" userId="cd3f9b9f-db4c-4e75-abda-165d3fb4f083" providerId="ADAL" clId="{A8EB5FD7-7AB7-4C71-9EB2-47F22225E0AA}" dt="2025-04-24T05:24:35.315" v="2318" actId="1076"/>
          <ac:spMkLst>
            <pc:docMk/>
            <pc:sldMk cId="3778492934" sldId="300"/>
            <ac:spMk id="10" creationId="{81635170-3C38-7ED7-AC6A-AE44D76CF931}"/>
          </ac:spMkLst>
        </pc:spChg>
        <pc:spChg chg="mod">
          <ac:chgData name="Sahil Rajesh Sawant" userId="cd3f9b9f-db4c-4e75-abda-165d3fb4f083" providerId="ADAL" clId="{A8EB5FD7-7AB7-4C71-9EB2-47F22225E0AA}" dt="2025-04-24T05:24:40.816" v="2319" actId="1076"/>
          <ac:spMkLst>
            <pc:docMk/>
            <pc:sldMk cId="3778492934" sldId="300"/>
            <ac:spMk id="16" creationId="{2E8FBF8A-8352-112D-A018-573009C2EC25}"/>
          </ac:spMkLst>
        </pc:spChg>
      </pc:sldChg>
    </pc:docChg>
  </pc:docChgLst>
  <pc:docChgLst>
    <pc:chgData name="Sahil Rajesh Sawant" userId="cd3f9b9f-db4c-4e75-abda-165d3fb4f083" providerId="ADAL" clId="{BB4A9E6D-AF23-4B6E-88D3-F3FFC63EB0CF}"/>
    <pc:docChg chg="undo custSel addSld modSld sldOrd">
      <pc:chgData name="Sahil Rajesh Sawant" userId="cd3f9b9f-db4c-4e75-abda-165d3fb4f083" providerId="ADAL" clId="{BB4A9E6D-AF23-4B6E-88D3-F3FFC63EB0CF}" dt="2025-04-24T16:47:40.683" v="291"/>
      <pc:docMkLst>
        <pc:docMk/>
      </pc:docMkLst>
      <pc:sldChg chg="addSp delSp modSp add mod modNotesTx">
        <pc:chgData name="Sahil Rajesh Sawant" userId="cd3f9b9f-db4c-4e75-abda-165d3fb4f083" providerId="ADAL" clId="{BB4A9E6D-AF23-4B6E-88D3-F3FFC63EB0CF}" dt="2025-04-23T15:55:37.143" v="163" actId="20577"/>
        <pc:sldMkLst>
          <pc:docMk/>
          <pc:sldMk cId="3836690545" sldId="283"/>
        </pc:sldMkLst>
      </pc:sldChg>
      <pc:sldChg chg="addSp delSp modSp add mod modNotesTx">
        <pc:chgData name="Sahil Rajesh Sawant" userId="cd3f9b9f-db4c-4e75-abda-165d3fb4f083" providerId="ADAL" clId="{BB4A9E6D-AF23-4B6E-88D3-F3FFC63EB0CF}" dt="2025-04-24T12:59:00.152" v="245" actId="20577"/>
        <pc:sldMkLst>
          <pc:docMk/>
          <pc:sldMk cId="2330915517" sldId="284"/>
        </pc:sldMkLst>
        <pc:spChg chg="mod">
          <ac:chgData name="Sahil Rajesh Sawant" userId="cd3f9b9f-db4c-4e75-abda-165d3fb4f083" providerId="ADAL" clId="{BB4A9E6D-AF23-4B6E-88D3-F3FFC63EB0CF}" dt="2025-04-24T12:56:15.168" v="233" actId="207"/>
          <ac:spMkLst>
            <pc:docMk/>
            <pc:sldMk cId="2330915517" sldId="284"/>
            <ac:spMk id="4" creationId="{4FCC36BD-45CC-4B8B-36C9-99D777148D96}"/>
          </ac:spMkLst>
        </pc:spChg>
        <pc:spChg chg="add mod">
          <ac:chgData name="Sahil Rajesh Sawant" userId="cd3f9b9f-db4c-4e75-abda-165d3fb4f083" providerId="ADAL" clId="{BB4A9E6D-AF23-4B6E-88D3-F3FFC63EB0CF}" dt="2025-04-24T12:59:00.152" v="245" actId="20577"/>
          <ac:spMkLst>
            <pc:docMk/>
            <pc:sldMk cId="2330915517" sldId="284"/>
            <ac:spMk id="10" creationId="{23F6E4C6-91A2-DD7F-4335-AE66174FCBDD}"/>
          </ac:spMkLst>
        </pc:spChg>
        <pc:spChg chg="del mod">
          <ac:chgData name="Sahil Rajesh Sawant" userId="cd3f9b9f-db4c-4e75-abda-165d3fb4f083" providerId="ADAL" clId="{BB4A9E6D-AF23-4B6E-88D3-F3FFC63EB0CF}" dt="2025-04-24T12:58:52.769" v="241" actId="478"/>
          <ac:spMkLst>
            <pc:docMk/>
            <pc:sldMk cId="2330915517" sldId="284"/>
            <ac:spMk id="18" creationId="{CB52078C-599B-9C38-FFE4-8D74D3022878}"/>
          </ac:spMkLst>
        </pc:spChg>
      </pc:sldChg>
      <pc:sldChg chg="addSp delSp modSp add mod ord modNotesTx">
        <pc:chgData name="Sahil Rajesh Sawant" userId="cd3f9b9f-db4c-4e75-abda-165d3fb4f083" providerId="ADAL" clId="{BB4A9E6D-AF23-4B6E-88D3-F3FFC63EB0CF}" dt="2025-04-24T12:59:08.680" v="250" actId="20577"/>
        <pc:sldMkLst>
          <pc:docMk/>
          <pc:sldMk cId="1819054612" sldId="285"/>
        </pc:sldMkLst>
        <pc:spChg chg="add mod">
          <ac:chgData name="Sahil Rajesh Sawant" userId="cd3f9b9f-db4c-4e75-abda-165d3fb4f083" providerId="ADAL" clId="{BB4A9E6D-AF23-4B6E-88D3-F3FFC63EB0CF}" dt="2025-04-24T12:59:08.680" v="250" actId="20577"/>
          <ac:spMkLst>
            <pc:docMk/>
            <pc:sldMk cId="1819054612" sldId="285"/>
            <ac:spMk id="4" creationId="{2EBD4273-AA02-1ED5-B49F-FFFF7423395D}"/>
          </ac:spMkLst>
        </pc:spChg>
        <pc:spChg chg="add mod">
          <ac:chgData name="Sahil Rajesh Sawant" userId="cd3f9b9f-db4c-4e75-abda-165d3fb4f083" providerId="ADAL" clId="{BB4A9E6D-AF23-4B6E-88D3-F3FFC63EB0CF}" dt="2025-04-22T16:38:44.846" v="161" actId="2710"/>
          <ac:spMkLst>
            <pc:docMk/>
            <pc:sldMk cId="1819054612" sldId="285"/>
            <ac:spMk id="7" creationId="{4FF8DD7A-D3EE-1ABB-95C9-E91C1876EB3D}"/>
          </ac:spMkLst>
        </pc:spChg>
        <pc:spChg chg="del">
          <ac:chgData name="Sahil Rajesh Sawant" userId="cd3f9b9f-db4c-4e75-abda-165d3fb4f083" providerId="ADAL" clId="{BB4A9E6D-AF23-4B6E-88D3-F3FFC63EB0CF}" dt="2025-04-24T12:59:05.060" v="246" actId="478"/>
          <ac:spMkLst>
            <pc:docMk/>
            <pc:sldMk cId="1819054612" sldId="285"/>
            <ac:spMk id="15" creationId="{B16ABFD7-A448-5D07-04DD-59ACE3B8CF3F}"/>
          </ac:spMkLst>
        </pc:spChg>
      </pc:sldChg>
      <pc:sldChg chg="addSp delSp modSp add mod modNotesTx">
        <pc:chgData name="Sahil Rajesh Sawant" userId="cd3f9b9f-db4c-4e75-abda-165d3fb4f083" providerId="ADAL" clId="{BB4A9E6D-AF23-4B6E-88D3-F3FFC63EB0CF}" dt="2025-04-24T16:44:38.015" v="287"/>
        <pc:sldMkLst>
          <pc:docMk/>
          <pc:sldMk cId="1601741339" sldId="286"/>
        </pc:sldMkLst>
        <pc:spChg chg="del">
          <ac:chgData name="Sahil Rajesh Sawant" userId="cd3f9b9f-db4c-4e75-abda-165d3fb4f083" providerId="ADAL" clId="{BB4A9E6D-AF23-4B6E-88D3-F3FFC63EB0CF}" dt="2025-04-24T12:55:02.928" v="212" actId="478"/>
          <ac:spMkLst>
            <pc:docMk/>
            <pc:sldMk cId="1601741339" sldId="286"/>
            <ac:spMk id="4" creationId="{CD8BEAFF-A8BF-F077-B309-9D7096AAB8BC}"/>
          </ac:spMkLst>
        </pc:spChg>
        <pc:spChg chg="add mod">
          <ac:chgData name="Sahil Rajesh Sawant" userId="cd3f9b9f-db4c-4e75-abda-165d3fb4f083" providerId="ADAL" clId="{BB4A9E6D-AF23-4B6E-88D3-F3FFC63EB0CF}" dt="2025-04-24T12:55:06.369" v="216" actId="20577"/>
          <ac:spMkLst>
            <pc:docMk/>
            <pc:sldMk cId="1601741339" sldId="286"/>
            <ac:spMk id="7" creationId="{A4235571-8DAD-A91D-FFAC-203907387BF7}"/>
          </ac:spMkLst>
        </pc:spChg>
      </pc:sldChg>
      <pc:sldChg chg="addSp delSp modSp add mod modNotesTx">
        <pc:chgData name="Sahil Rajesh Sawant" userId="cd3f9b9f-db4c-4e75-abda-165d3fb4f083" providerId="ADAL" clId="{BB4A9E6D-AF23-4B6E-88D3-F3FFC63EB0CF}" dt="2025-04-24T16:45:21.205" v="288"/>
        <pc:sldMkLst>
          <pc:docMk/>
          <pc:sldMk cId="2015951764" sldId="287"/>
        </pc:sldMkLst>
        <pc:spChg chg="del">
          <ac:chgData name="Sahil Rajesh Sawant" userId="cd3f9b9f-db4c-4e75-abda-165d3fb4f083" providerId="ADAL" clId="{BB4A9E6D-AF23-4B6E-88D3-F3FFC63EB0CF}" dt="2025-04-24T12:54:52.091" v="207" actId="478"/>
          <ac:spMkLst>
            <pc:docMk/>
            <pc:sldMk cId="2015951764" sldId="287"/>
            <ac:spMk id="14" creationId="{BD6E05F2-0B68-727D-2C32-C136DAE56BDD}"/>
          </ac:spMkLst>
        </pc:spChg>
        <pc:spChg chg="add mod">
          <ac:chgData name="Sahil Rajesh Sawant" userId="cd3f9b9f-db4c-4e75-abda-165d3fb4f083" providerId="ADAL" clId="{BB4A9E6D-AF23-4B6E-88D3-F3FFC63EB0CF}" dt="2025-04-24T12:54:55.948" v="211" actId="20577"/>
          <ac:spMkLst>
            <pc:docMk/>
            <pc:sldMk cId="2015951764" sldId="287"/>
            <ac:spMk id="15" creationId="{C5BFD9E1-2387-9286-45A7-D5CC914944F5}"/>
          </ac:spMkLst>
        </pc:spChg>
      </pc:sldChg>
      <pc:sldChg chg="addSp delSp modSp mod modNotesTx">
        <pc:chgData name="Sahil Rajesh Sawant" userId="cd3f9b9f-db4c-4e75-abda-165d3fb4f083" providerId="ADAL" clId="{BB4A9E6D-AF23-4B6E-88D3-F3FFC63EB0CF}" dt="2025-04-24T16:47:08.983" v="289"/>
        <pc:sldMkLst>
          <pc:docMk/>
          <pc:sldMk cId="2339874385" sldId="288"/>
        </pc:sldMkLst>
        <pc:spChg chg="del">
          <ac:chgData name="Sahil Rajesh Sawant" userId="cd3f9b9f-db4c-4e75-abda-165d3fb4f083" providerId="ADAL" clId="{BB4A9E6D-AF23-4B6E-88D3-F3FFC63EB0CF}" dt="2025-04-24T12:54:40.509" v="203" actId="478"/>
          <ac:spMkLst>
            <pc:docMk/>
            <pc:sldMk cId="2339874385" sldId="288"/>
            <ac:spMk id="13" creationId="{DC81B3B0-55D0-9D97-E15A-9A3D7DCBA78C}"/>
          </ac:spMkLst>
        </pc:spChg>
        <pc:spChg chg="add mod">
          <ac:chgData name="Sahil Rajesh Sawant" userId="cd3f9b9f-db4c-4e75-abda-165d3fb4f083" providerId="ADAL" clId="{BB4A9E6D-AF23-4B6E-88D3-F3FFC63EB0CF}" dt="2025-04-24T12:54:44.619" v="206" actId="20577"/>
          <ac:spMkLst>
            <pc:docMk/>
            <pc:sldMk cId="2339874385" sldId="288"/>
            <ac:spMk id="14" creationId="{3531DD08-D8EB-3248-A229-22DBAC75A69E}"/>
          </ac:spMkLst>
        </pc:spChg>
      </pc:sldChg>
      <pc:sldChg chg="addSp delSp modSp mod modNotesTx">
        <pc:chgData name="Sahil Rajesh Sawant" userId="cd3f9b9f-db4c-4e75-abda-165d3fb4f083" providerId="ADAL" clId="{BB4A9E6D-AF23-4B6E-88D3-F3FFC63EB0CF}" dt="2025-04-24T16:47:25.689" v="290"/>
        <pc:sldMkLst>
          <pc:docMk/>
          <pc:sldMk cId="3314386207" sldId="289"/>
        </pc:sldMkLst>
        <pc:spChg chg="del">
          <ac:chgData name="Sahil Rajesh Sawant" userId="cd3f9b9f-db4c-4e75-abda-165d3fb4f083" providerId="ADAL" clId="{BB4A9E6D-AF23-4B6E-88D3-F3FFC63EB0CF}" dt="2025-04-24T12:54:31.823" v="199" actId="478"/>
          <ac:spMkLst>
            <pc:docMk/>
            <pc:sldMk cId="3314386207" sldId="289"/>
            <ac:spMk id="10" creationId="{F4CDC4A6-1926-BBF0-5041-53B8A5B2F36E}"/>
          </ac:spMkLst>
        </pc:spChg>
        <pc:spChg chg="add mod">
          <ac:chgData name="Sahil Rajesh Sawant" userId="cd3f9b9f-db4c-4e75-abda-165d3fb4f083" providerId="ADAL" clId="{BB4A9E6D-AF23-4B6E-88D3-F3FFC63EB0CF}" dt="2025-04-24T12:54:34.817" v="202" actId="20577"/>
          <ac:spMkLst>
            <pc:docMk/>
            <pc:sldMk cId="3314386207" sldId="289"/>
            <ac:spMk id="13" creationId="{2FE6764A-F5E5-C368-64F0-A22315B337A7}"/>
          </ac:spMkLst>
        </pc:spChg>
      </pc:sldChg>
      <pc:sldChg chg="addSp delSp modSp mod modNotesTx">
        <pc:chgData name="Sahil Rajesh Sawant" userId="cd3f9b9f-db4c-4e75-abda-165d3fb4f083" providerId="ADAL" clId="{BB4A9E6D-AF23-4B6E-88D3-F3FFC63EB0CF}" dt="2025-04-24T16:47:40.683" v="291"/>
        <pc:sldMkLst>
          <pc:docMk/>
          <pc:sldMk cId="849609613" sldId="290"/>
        </pc:sldMkLst>
        <pc:spChg chg="del">
          <ac:chgData name="Sahil Rajesh Sawant" userId="cd3f9b9f-db4c-4e75-abda-165d3fb4f083" providerId="ADAL" clId="{BB4A9E6D-AF23-4B6E-88D3-F3FFC63EB0CF}" dt="2025-04-24T12:53:47.401" v="187" actId="478"/>
          <ac:spMkLst>
            <pc:docMk/>
            <pc:sldMk cId="849609613" sldId="290"/>
            <ac:spMk id="7" creationId="{15F28206-8092-421F-04BB-1A651D49500E}"/>
          </ac:spMkLst>
        </pc:spChg>
        <pc:spChg chg="add mod">
          <ac:chgData name="Sahil Rajesh Sawant" userId="cd3f9b9f-db4c-4e75-abda-165d3fb4f083" providerId="ADAL" clId="{BB4A9E6D-AF23-4B6E-88D3-F3FFC63EB0CF}" dt="2025-04-24T12:54:27.443" v="198" actId="20577"/>
          <ac:spMkLst>
            <pc:docMk/>
            <pc:sldMk cId="849609613" sldId="290"/>
            <ac:spMk id="16" creationId="{D6678D7E-5E89-9A2C-818B-5779E52802F4}"/>
          </ac:spMkLst>
        </pc:spChg>
      </pc:sldChg>
      <pc:sldChg chg="addSp delSp modSp mod modAnim">
        <pc:chgData name="Sahil Rajesh Sawant" userId="cd3f9b9f-db4c-4e75-abda-165d3fb4f083" providerId="ADAL" clId="{BB4A9E6D-AF23-4B6E-88D3-F3FFC63EB0CF}" dt="2025-04-24T12:55:14.597" v="221" actId="20577"/>
        <pc:sldMkLst>
          <pc:docMk/>
          <pc:sldMk cId="2327595292" sldId="291"/>
        </pc:sldMkLst>
        <pc:spChg chg="del">
          <ac:chgData name="Sahil Rajesh Sawant" userId="cd3f9b9f-db4c-4e75-abda-165d3fb4f083" providerId="ADAL" clId="{BB4A9E6D-AF23-4B6E-88D3-F3FFC63EB0CF}" dt="2025-04-24T12:55:11.499" v="217" actId="478"/>
          <ac:spMkLst>
            <pc:docMk/>
            <pc:sldMk cId="2327595292" sldId="291"/>
            <ac:spMk id="7" creationId="{09CFD8BF-CAD8-1793-0564-5EA7D1CCD9BD}"/>
          </ac:spMkLst>
        </pc:spChg>
        <pc:spChg chg="add mod">
          <ac:chgData name="Sahil Rajesh Sawant" userId="cd3f9b9f-db4c-4e75-abda-165d3fb4f083" providerId="ADAL" clId="{BB4A9E6D-AF23-4B6E-88D3-F3FFC63EB0CF}" dt="2025-04-24T12:55:14.597" v="221" actId="20577"/>
          <ac:spMkLst>
            <pc:docMk/>
            <pc:sldMk cId="2327595292" sldId="291"/>
            <ac:spMk id="10" creationId="{340AD349-3384-D96C-A142-99068714BD04}"/>
          </ac:spMkLst>
        </pc:spChg>
        <pc:picChg chg="add mod">
          <ac:chgData name="Sahil Rajesh Sawant" userId="cd3f9b9f-db4c-4e75-abda-165d3fb4f083" providerId="ADAL" clId="{BB4A9E6D-AF23-4B6E-88D3-F3FFC63EB0CF}" dt="2025-04-23T20:42:13.428" v="171" actId="1076"/>
          <ac:picMkLst>
            <pc:docMk/>
            <pc:sldMk cId="2327595292" sldId="291"/>
            <ac:picMk id="3" creationId="{1268513B-30D3-F4E9-3629-DA323788C595}"/>
          </ac:picMkLst>
        </pc:picChg>
      </pc:sldChg>
      <pc:sldChg chg="addSp delSp modSp mod">
        <pc:chgData name="Sahil Rajesh Sawant" userId="cd3f9b9f-db4c-4e75-abda-165d3fb4f083" providerId="ADAL" clId="{BB4A9E6D-AF23-4B6E-88D3-F3FFC63EB0CF}" dt="2025-04-24T13:02:39.339" v="286" actId="1076"/>
        <pc:sldMkLst>
          <pc:docMk/>
          <pc:sldMk cId="340988143" sldId="292"/>
        </pc:sldMkLst>
        <pc:spChg chg="del">
          <ac:chgData name="Sahil Rajesh Sawant" userId="cd3f9b9f-db4c-4e75-abda-165d3fb4f083" providerId="ADAL" clId="{BB4A9E6D-AF23-4B6E-88D3-F3FFC63EB0CF}" dt="2025-04-24T13:01:42.170" v="260" actId="478"/>
          <ac:spMkLst>
            <pc:docMk/>
            <pc:sldMk cId="340988143" sldId="292"/>
            <ac:spMk id="2" creationId="{65FFF652-1AB2-3382-5840-CEE16D536E64}"/>
          </ac:spMkLst>
        </pc:spChg>
        <pc:spChg chg="add del mod">
          <ac:chgData name="Sahil Rajesh Sawant" userId="cd3f9b9f-db4c-4e75-abda-165d3fb4f083" providerId="ADAL" clId="{BB4A9E6D-AF23-4B6E-88D3-F3FFC63EB0CF}" dt="2025-04-24T13:01:42.170" v="260" actId="478"/>
          <ac:spMkLst>
            <pc:docMk/>
            <pc:sldMk cId="340988143" sldId="292"/>
            <ac:spMk id="3" creationId="{57CCB6FC-AFFF-6701-9E00-38A67B7785F3}"/>
          </ac:spMkLst>
        </pc:spChg>
        <pc:spChg chg="del">
          <ac:chgData name="Sahil Rajesh Sawant" userId="cd3f9b9f-db4c-4e75-abda-165d3fb4f083" providerId="ADAL" clId="{BB4A9E6D-AF23-4B6E-88D3-F3FFC63EB0CF}" dt="2025-04-24T13:01:42.170" v="260" actId="478"/>
          <ac:spMkLst>
            <pc:docMk/>
            <pc:sldMk cId="340988143" sldId="292"/>
            <ac:spMk id="5" creationId="{0846E981-5334-51DA-AC88-53BE5D549FB8}"/>
          </ac:spMkLst>
        </pc:spChg>
        <pc:spChg chg="del">
          <ac:chgData name="Sahil Rajesh Sawant" userId="cd3f9b9f-db4c-4e75-abda-165d3fb4f083" providerId="ADAL" clId="{BB4A9E6D-AF23-4B6E-88D3-F3FFC63EB0CF}" dt="2025-04-24T13:01:42.170" v="260" actId="478"/>
          <ac:spMkLst>
            <pc:docMk/>
            <pc:sldMk cId="340988143" sldId="292"/>
            <ac:spMk id="7" creationId="{390E81FF-9923-6F97-4FC4-2768A523CDA3}"/>
          </ac:spMkLst>
        </pc:spChg>
        <pc:spChg chg="del">
          <ac:chgData name="Sahil Rajesh Sawant" userId="cd3f9b9f-db4c-4e75-abda-165d3fb4f083" providerId="ADAL" clId="{BB4A9E6D-AF23-4B6E-88D3-F3FFC63EB0CF}" dt="2025-04-24T13:01:42.170" v="260" actId="478"/>
          <ac:spMkLst>
            <pc:docMk/>
            <pc:sldMk cId="340988143" sldId="292"/>
            <ac:spMk id="9" creationId="{FAEA500C-D166-CC7C-2A85-BA626F53E2A5}"/>
          </ac:spMkLst>
        </pc:spChg>
        <pc:spChg chg="del">
          <ac:chgData name="Sahil Rajesh Sawant" userId="cd3f9b9f-db4c-4e75-abda-165d3fb4f083" providerId="ADAL" clId="{BB4A9E6D-AF23-4B6E-88D3-F3FFC63EB0CF}" dt="2025-04-24T12:58:37.089" v="234" actId="478"/>
          <ac:spMkLst>
            <pc:docMk/>
            <pc:sldMk cId="340988143" sldId="292"/>
            <ac:spMk id="13" creationId="{7077A9F3-1E2A-AEB3-7133-C270A023C1EA}"/>
          </ac:spMkLst>
        </pc:spChg>
        <pc:spChg chg="add mod">
          <ac:chgData name="Sahil Rajesh Sawant" userId="cd3f9b9f-db4c-4e75-abda-165d3fb4f083" providerId="ADAL" clId="{BB4A9E6D-AF23-4B6E-88D3-F3FFC63EB0CF}" dt="2025-04-24T13:01:43.273" v="261"/>
          <ac:spMkLst>
            <pc:docMk/>
            <pc:sldMk cId="340988143" sldId="292"/>
            <ac:spMk id="14" creationId="{00D9A5B8-BB52-A8E5-B4E7-A510C4398F27}"/>
          </ac:spMkLst>
        </pc:spChg>
        <pc:spChg chg="add mod">
          <ac:chgData name="Sahil Rajesh Sawant" userId="cd3f9b9f-db4c-4e75-abda-165d3fb4f083" providerId="ADAL" clId="{BB4A9E6D-AF23-4B6E-88D3-F3FFC63EB0CF}" dt="2025-04-24T13:01:43.273" v="261"/>
          <ac:spMkLst>
            <pc:docMk/>
            <pc:sldMk cId="340988143" sldId="292"/>
            <ac:spMk id="16" creationId="{8DF7ABCB-D1F0-3EA2-AABF-93472C29997C}"/>
          </ac:spMkLst>
        </pc:spChg>
        <pc:spChg chg="add mod">
          <ac:chgData name="Sahil Rajesh Sawant" userId="cd3f9b9f-db4c-4e75-abda-165d3fb4f083" providerId="ADAL" clId="{BB4A9E6D-AF23-4B6E-88D3-F3FFC63EB0CF}" dt="2025-04-24T13:01:43.273" v="261"/>
          <ac:spMkLst>
            <pc:docMk/>
            <pc:sldMk cId="340988143" sldId="292"/>
            <ac:spMk id="17" creationId="{2B7DE2B5-F3BD-C46C-38F9-5F289742480A}"/>
          </ac:spMkLst>
        </pc:spChg>
        <pc:spChg chg="add mod">
          <ac:chgData name="Sahil Rajesh Sawant" userId="cd3f9b9f-db4c-4e75-abda-165d3fb4f083" providerId="ADAL" clId="{BB4A9E6D-AF23-4B6E-88D3-F3FFC63EB0CF}" dt="2025-04-24T13:02:18.611" v="281" actId="1076"/>
          <ac:spMkLst>
            <pc:docMk/>
            <pc:sldMk cId="340988143" sldId="292"/>
            <ac:spMk id="19" creationId="{7F7BDD39-0331-D1E6-38D5-74DFB3C6F939}"/>
          </ac:spMkLst>
        </pc:spChg>
        <pc:spChg chg="add del mod">
          <ac:chgData name="Sahil Rajesh Sawant" userId="cd3f9b9f-db4c-4e75-abda-165d3fb4f083" providerId="ADAL" clId="{BB4A9E6D-AF23-4B6E-88D3-F3FFC63EB0CF}" dt="2025-04-24T13:01:57.481" v="274" actId="478"/>
          <ac:spMkLst>
            <pc:docMk/>
            <pc:sldMk cId="340988143" sldId="292"/>
            <ac:spMk id="20" creationId="{47C2C735-BF18-F348-485A-A6B98F75FF02}"/>
          </ac:spMkLst>
        </pc:spChg>
        <pc:spChg chg="add del mod">
          <ac:chgData name="Sahil Rajesh Sawant" userId="cd3f9b9f-db4c-4e75-abda-165d3fb4f083" providerId="ADAL" clId="{BB4A9E6D-AF23-4B6E-88D3-F3FFC63EB0CF}" dt="2025-04-24T13:01:56.209" v="273" actId="478"/>
          <ac:spMkLst>
            <pc:docMk/>
            <pc:sldMk cId="340988143" sldId="292"/>
            <ac:spMk id="21" creationId="{7BF1BDCB-E648-AE98-D809-161B8AE5DA21}"/>
          </ac:spMkLst>
        </pc:spChg>
        <pc:spChg chg="add del mod">
          <ac:chgData name="Sahil Rajesh Sawant" userId="cd3f9b9f-db4c-4e75-abda-165d3fb4f083" providerId="ADAL" clId="{BB4A9E6D-AF23-4B6E-88D3-F3FFC63EB0CF}" dt="2025-04-24T13:01:54.789" v="272" actId="478"/>
          <ac:spMkLst>
            <pc:docMk/>
            <pc:sldMk cId="340988143" sldId="292"/>
            <ac:spMk id="22" creationId="{3D313DC9-A619-249A-825C-5E3DC93C8E68}"/>
          </ac:spMkLst>
        </pc:spChg>
        <pc:spChg chg="add mod">
          <ac:chgData name="Sahil Rajesh Sawant" userId="cd3f9b9f-db4c-4e75-abda-165d3fb4f083" providerId="ADAL" clId="{BB4A9E6D-AF23-4B6E-88D3-F3FFC63EB0CF}" dt="2025-04-24T13:02:02.192" v="277" actId="20577"/>
          <ac:spMkLst>
            <pc:docMk/>
            <pc:sldMk cId="340988143" sldId="292"/>
            <ac:spMk id="23" creationId="{B23C6599-95E2-C66F-0ED2-E6F9EC7C0A9E}"/>
          </ac:spMkLst>
        </pc:spChg>
        <pc:graphicFrameChg chg="del modGraphic">
          <ac:chgData name="Sahil Rajesh Sawant" userId="cd3f9b9f-db4c-4e75-abda-165d3fb4f083" providerId="ADAL" clId="{BB4A9E6D-AF23-4B6E-88D3-F3FFC63EB0CF}" dt="2025-04-24T13:01:42.170" v="260" actId="478"/>
          <ac:graphicFrameMkLst>
            <pc:docMk/>
            <pc:sldMk cId="340988143" sldId="292"/>
            <ac:graphicFrameMk id="10" creationId="{391B9C8C-33AD-FA3F-0D7B-5CA09322DAEA}"/>
          </ac:graphicFrameMkLst>
        </pc:graphicFrameChg>
        <pc:graphicFrameChg chg="add mod modGraphic">
          <ac:chgData name="Sahil Rajesh Sawant" userId="cd3f9b9f-db4c-4e75-abda-165d3fb4f083" providerId="ADAL" clId="{BB4A9E6D-AF23-4B6E-88D3-F3FFC63EB0CF}" dt="2025-04-24T13:02:39.339" v="286" actId="1076"/>
          <ac:graphicFrameMkLst>
            <pc:docMk/>
            <pc:sldMk cId="340988143" sldId="292"/>
            <ac:graphicFrameMk id="18" creationId="{696C37FD-4370-5D65-E5C1-0E12839172E8}"/>
          </ac:graphicFrameMkLst>
        </pc:graphicFrameChg>
        <pc:picChg chg="del">
          <ac:chgData name="Sahil Rajesh Sawant" userId="cd3f9b9f-db4c-4e75-abda-165d3fb4f083" providerId="ADAL" clId="{BB4A9E6D-AF23-4B6E-88D3-F3FFC63EB0CF}" dt="2025-04-24T13:01:42.170" v="260" actId="478"/>
          <ac:picMkLst>
            <pc:docMk/>
            <pc:sldMk cId="340988143" sldId="292"/>
            <ac:picMk id="6" creationId="{6D853601-9B78-3722-ADED-9FBB30130A49}"/>
          </ac:picMkLst>
        </pc:picChg>
        <pc:picChg chg="add mod">
          <ac:chgData name="Sahil Rajesh Sawant" userId="cd3f9b9f-db4c-4e75-abda-165d3fb4f083" providerId="ADAL" clId="{BB4A9E6D-AF23-4B6E-88D3-F3FFC63EB0CF}" dt="2025-04-24T13:01:43.273" v="261"/>
          <ac:picMkLst>
            <pc:docMk/>
            <pc:sldMk cId="340988143" sldId="292"/>
            <ac:picMk id="15" creationId="{A63F624C-435B-B501-B0A4-A12B9F696C03}"/>
          </ac:picMkLst>
        </pc:picChg>
      </pc:sldChg>
      <pc:sldChg chg="addSp delSp modSp mod">
        <pc:chgData name="Sahil Rajesh Sawant" userId="cd3f9b9f-db4c-4e75-abda-165d3fb4f083" providerId="ADAL" clId="{BB4A9E6D-AF23-4B6E-88D3-F3FFC63EB0CF}" dt="2025-04-24T13:00:36.675" v="257" actId="1076"/>
        <pc:sldMkLst>
          <pc:docMk/>
          <pc:sldMk cId="1185341399" sldId="294"/>
        </pc:sldMkLst>
        <pc:spChg chg="del">
          <ac:chgData name="Sahil Rajesh Sawant" userId="cd3f9b9f-db4c-4e75-abda-165d3fb4f083" providerId="ADAL" clId="{BB4A9E6D-AF23-4B6E-88D3-F3FFC63EB0CF}" dt="2025-04-24T12:55:30.935" v="227" actId="478"/>
          <ac:spMkLst>
            <pc:docMk/>
            <pc:sldMk cId="1185341399" sldId="294"/>
            <ac:spMk id="8" creationId="{36DDA352-459E-F6C2-1767-0812EAB0EC2C}"/>
          </ac:spMkLst>
        </pc:spChg>
        <pc:spChg chg="mod">
          <ac:chgData name="Sahil Rajesh Sawant" userId="cd3f9b9f-db4c-4e75-abda-165d3fb4f083" providerId="ADAL" clId="{BB4A9E6D-AF23-4B6E-88D3-F3FFC63EB0CF}" dt="2025-04-24T13:00:36.675" v="257" actId="1076"/>
          <ac:spMkLst>
            <pc:docMk/>
            <pc:sldMk cId="1185341399" sldId="294"/>
            <ac:spMk id="16" creationId="{46AC8356-006C-5311-1D8C-A0D2D285B83C}"/>
          </ac:spMkLst>
        </pc:spChg>
        <pc:spChg chg="add mod">
          <ac:chgData name="Sahil Rajesh Sawant" userId="cd3f9b9f-db4c-4e75-abda-165d3fb4f083" providerId="ADAL" clId="{BB4A9E6D-AF23-4B6E-88D3-F3FFC63EB0CF}" dt="2025-04-24T12:55:37.705" v="231" actId="20577"/>
          <ac:spMkLst>
            <pc:docMk/>
            <pc:sldMk cId="1185341399" sldId="294"/>
            <ac:spMk id="17" creationId="{74C2A694-ADB7-FCC1-9DDB-91D29343AF82}"/>
          </ac:spMkLst>
        </pc:spChg>
      </pc:sldChg>
      <pc:sldChg chg="addSp delSp modSp mod">
        <pc:chgData name="Sahil Rajesh Sawant" userId="cd3f9b9f-db4c-4e75-abda-165d3fb4f083" providerId="ADAL" clId="{BB4A9E6D-AF23-4B6E-88D3-F3FFC63EB0CF}" dt="2025-04-24T12:59:15.847" v="253" actId="20577"/>
        <pc:sldMkLst>
          <pc:docMk/>
          <pc:sldMk cId="2596695497" sldId="295"/>
        </pc:sldMkLst>
        <pc:spChg chg="del">
          <ac:chgData name="Sahil Rajesh Sawant" userId="cd3f9b9f-db4c-4e75-abda-165d3fb4f083" providerId="ADAL" clId="{BB4A9E6D-AF23-4B6E-88D3-F3FFC63EB0CF}" dt="2025-04-24T12:59:13.772" v="251" actId="478"/>
          <ac:spMkLst>
            <pc:docMk/>
            <pc:sldMk cId="2596695497" sldId="295"/>
            <ac:spMk id="16" creationId="{A6A88607-D2CB-EB81-530F-8289A5F5E80E}"/>
          </ac:spMkLst>
        </pc:spChg>
        <pc:spChg chg="add mod">
          <ac:chgData name="Sahil Rajesh Sawant" userId="cd3f9b9f-db4c-4e75-abda-165d3fb4f083" providerId="ADAL" clId="{BB4A9E6D-AF23-4B6E-88D3-F3FFC63EB0CF}" dt="2025-04-24T12:59:15.847" v="253" actId="20577"/>
          <ac:spMkLst>
            <pc:docMk/>
            <pc:sldMk cId="2596695497" sldId="295"/>
            <ac:spMk id="17" creationId="{0C708D36-34FE-E36D-8F43-EE653F7D604E}"/>
          </ac:spMkLst>
        </pc:spChg>
      </pc:sldChg>
      <pc:sldChg chg="addSp delSp modSp mod">
        <pc:chgData name="Sahil Rajesh Sawant" userId="cd3f9b9f-db4c-4e75-abda-165d3fb4f083" providerId="ADAL" clId="{BB4A9E6D-AF23-4B6E-88D3-F3FFC63EB0CF}" dt="2025-04-24T12:55:23.500" v="226" actId="20577"/>
        <pc:sldMkLst>
          <pc:docMk/>
          <pc:sldMk cId="1355132681" sldId="296"/>
        </pc:sldMkLst>
        <pc:spChg chg="add mod">
          <ac:chgData name="Sahil Rajesh Sawant" userId="cd3f9b9f-db4c-4e75-abda-165d3fb4f083" providerId="ADAL" clId="{BB4A9E6D-AF23-4B6E-88D3-F3FFC63EB0CF}" dt="2025-04-24T12:55:23.500" v="226" actId="20577"/>
          <ac:spMkLst>
            <pc:docMk/>
            <pc:sldMk cId="1355132681" sldId="296"/>
            <ac:spMk id="4" creationId="{C506CF48-1CA1-84B0-3A44-0F76C9A6C6EF}"/>
          </ac:spMkLst>
        </pc:spChg>
        <pc:spChg chg="del">
          <ac:chgData name="Sahil Rajesh Sawant" userId="cd3f9b9f-db4c-4e75-abda-165d3fb4f083" providerId="ADAL" clId="{BB4A9E6D-AF23-4B6E-88D3-F3FFC63EB0CF}" dt="2025-04-24T12:55:19.774" v="222" actId="478"/>
          <ac:spMkLst>
            <pc:docMk/>
            <pc:sldMk cId="1355132681" sldId="296"/>
            <ac:spMk id="14" creationId="{B8CF5BFE-0F38-35AA-0606-6BFAA7856F38}"/>
          </ac:spMkLst>
        </pc:spChg>
      </pc:sldChg>
      <pc:sldChg chg="addSp delSp modSp mod">
        <pc:chgData name="Sahil Rajesh Sawant" userId="cd3f9b9f-db4c-4e75-abda-165d3fb4f083" providerId="ADAL" clId="{BB4A9E6D-AF23-4B6E-88D3-F3FFC63EB0CF}" dt="2025-04-24T12:59:45.320" v="254" actId="255"/>
        <pc:sldMkLst>
          <pc:docMk/>
          <pc:sldMk cId="3661387823" sldId="297"/>
        </pc:sldMkLst>
        <pc:spChg chg="del">
          <ac:chgData name="Sahil Rajesh Sawant" userId="cd3f9b9f-db4c-4e75-abda-165d3fb4f083" providerId="ADAL" clId="{BB4A9E6D-AF23-4B6E-88D3-F3FFC63EB0CF}" dt="2025-04-24T12:53:28.491" v="182" actId="478"/>
          <ac:spMkLst>
            <pc:docMk/>
            <pc:sldMk cId="3661387823" sldId="297"/>
            <ac:spMk id="11" creationId="{66801B6C-F8BB-3EF6-F7E2-09D153F678C0}"/>
          </ac:spMkLst>
        </pc:spChg>
        <pc:spChg chg="add mod">
          <ac:chgData name="Sahil Rajesh Sawant" userId="cd3f9b9f-db4c-4e75-abda-165d3fb4f083" providerId="ADAL" clId="{BB4A9E6D-AF23-4B6E-88D3-F3FFC63EB0CF}" dt="2025-04-24T12:54:22.930" v="196" actId="20577"/>
          <ac:spMkLst>
            <pc:docMk/>
            <pc:sldMk cId="3661387823" sldId="297"/>
            <ac:spMk id="12" creationId="{5CF13BCD-3A9E-C1CD-2B64-4532485D856D}"/>
          </ac:spMkLst>
        </pc:spChg>
        <pc:graphicFrameChg chg="modGraphic">
          <ac:chgData name="Sahil Rajesh Sawant" userId="cd3f9b9f-db4c-4e75-abda-165d3fb4f083" providerId="ADAL" clId="{BB4A9E6D-AF23-4B6E-88D3-F3FFC63EB0CF}" dt="2025-04-24T12:59:45.320" v="254" actId="255"/>
          <ac:graphicFrameMkLst>
            <pc:docMk/>
            <pc:sldMk cId="3661387823" sldId="297"/>
            <ac:graphicFrameMk id="7" creationId="{3EE19755-E708-C526-3FA2-C12A99DD0E4E}"/>
          </ac:graphicFrameMkLst>
        </pc:graphicFrameChg>
      </pc:sldChg>
      <pc:sldChg chg="modSp mod">
        <pc:chgData name="Sahil Rajesh Sawant" userId="cd3f9b9f-db4c-4e75-abda-165d3fb4f083" providerId="ADAL" clId="{BB4A9E6D-AF23-4B6E-88D3-F3FFC63EB0CF}" dt="2025-04-24T12:59:58.070" v="255" actId="255"/>
        <pc:sldMkLst>
          <pc:docMk/>
          <pc:sldMk cId="466586638" sldId="298"/>
        </pc:sldMkLst>
        <pc:spChg chg="mod">
          <ac:chgData name="Sahil Rajesh Sawant" userId="cd3f9b9f-db4c-4e75-abda-165d3fb4f083" providerId="ADAL" clId="{BB4A9E6D-AF23-4B6E-88D3-F3FFC63EB0CF}" dt="2025-04-24T12:54:17.347" v="194" actId="20577"/>
          <ac:spMkLst>
            <pc:docMk/>
            <pc:sldMk cId="466586638" sldId="298"/>
            <ac:spMk id="14" creationId="{0D5FA7E9-01DC-80BC-47E5-E902EE2B3E21}"/>
          </ac:spMkLst>
        </pc:spChg>
        <pc:graphicFrameChg chg="modGraphic">
          <ac:chgData name="Sahil Rajesh Sawant" userId="cd3f9b9f-db4c-4e75-abda-165d3fb4f083" providerId="ADAL" clId="{BB4A9E6D-AF23-4B6E-88D3-F3FFC63EB0CF}" dt="2025-04-24T12:59:58.070" v="255" actId="255"/>
          <ac:graphicFrameMkLst>
            <pc:docMk/>
            <pc:sldMk cId="466586638" sldId="298"/>
            <ac:graphicFrameMk id="11" creationId="{1418CC91-1C8B-29FB-EE08-C16CC843F1DD}"/>
          </ac:graphicFrameMkLst>
        </pc:graphicFrameChg>
      </pc:sldChg>
      <pc:sldChg chg="addSp delSp modSp mod">
        <pc:chgData name="Sahil Rajesh Sawant" userId="cd3f9b9f-db4c-4e75-abda-165d3fb4f083" providerId="ADAL" clId="{BB4A9E6D-AF23-4B6E-88D3-F3FFC63EB0CF}" dt="2025-04-24T12:54:10.434" v="192"/>
        <pc:sldMkLst>
          <pc:docMk/>
          <pc:sldMk cId="1881290737" sldId="301"/>
        </pc:sldMkLst>
        <pc:spChg chg="add mod">
          <ac:chgData name="Sahil Rajesh Sawant" userId="cd3f9b9f-db4c-4e75-abda-165d3fb4f083" providerId="ADAL" clId="{BB4A9E6D-AF23-4B6E-88D3-F3FFC63EB0CF}" dt="2025-04-24T12:54:10.434" v="192"/>
          <ac:spMkLst>
            <pc:docMk/>
            <pc:sldMk cId="1881290737" sldId="301"/>
            <ac:spMk id="3" creationId="{AB74EDB3-4717-0E5D-C1ED-2180FC29421F}"/>
          </ac:spMkLst>
        </pc:spChg>
        <pc:spChg chg="del">
          <ac:chgData name="Sahil Rajesh Sawant" userId="cd3f9b9f-db4c-4e75-abda-165d3fb4f083" providerId="ADAL" clId="{BB4A9E6D-AF23-4B6E-88D3-F3FFC63EB0CF}" dt="2025-04-24T12:54:09.694" v="191" actId="478"/>
          <ac:spMkLst>
            <pc:docMk/>
            <pc:sldMk cId="1881290737" sldId="301"/>
            <ac:spMk id="8" creationId="{C3B65A85-CE6F-6E44-6CFD-69DD239D28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087E0D-67B6-43F8-B18C-39FFD6DCAFC6}" type="datetimeFigureOut">
              <a:rPr lang="en-US" smtClean="0"/>
              <a:t>4/24/2025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D7893-31EA-4591-ABB7-E122AEACF2FF}" type="slidenum">
              <a:rPr lang="en-US" smtClean="0"/>
              <a:t>‹#›</a:t>
            </a:fld>
            <a:endParaRPr lang="en-US"/>
          </a:p>
        </p:txBody>
      </p:sp>
    </p:spTree>
    <p:extLst>
      <p:ext uri="{BB962C8B-B14F-4D97-AF65-F5344CB8AC3E}">
        <p14:creationId xmlns:p14="http://schemas.microsoft.com/office/powerpoint/2010/main" val="200893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D7B4F-7BA9-EBA6-E843-7BB3B4103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FD5A8-5F8D-AF56-7DFB-4D22B3A4D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4F267-FDB0-06B4-04D6-39CD9F918B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845295-059B-ED62-FB7A-5D158A7BC3DF}"/>
              </a:ext>
            </a:extLst>
          </p:cNvPr>
          <p:cNvSpPr>
            <a:spLocks noGrp="1"/>
          </p:cNvSpPr>
          <p:nvPr>
            <p:ph type="sldNum" sz="quarter" idx="5"/>
          </p:nvPr>
        </p:nvSpPr>
        <p:spPr/>
        <p:txBody>
          <a:bodyPr/>
          <a:lstStyle/>
          <a:p>
            <a:fld id="{1AF9931C-5A24-6648-91AC-4821D97814C6}" type="slidenum">
              <a:rPr lang="en-US" smtClean="0"/>
              <a:t>1</a:t>
            </a:fld>
            <a:endParaRPr lang="en-US"/>
          </a:p>
        </p:txBody>
      </p:sp>
    </p:spTree>
    <p:extLst>
      <p:ext uri="{BB962C8B-B14F-4D97-AF65-F5344CB8AC3E}">
        <p14:creationId xmlns:p14="http://schemas.microsoft.com/office/powerpoint/2010/main" val="1371541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1BE8-25FD-7EFF-7896-2B1B4D195D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FF58D-2F9F-3722-AE33-2CE25DA3D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25F24-9E34-A01B-DD30-FBB2B08C76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448FED-791A-93A0-EA54-5560E032C0C6}"/>
              </a:ext>
            </a:extLst>
          </p:cNvPr>
          <p:cNvSpPr>
            <a:spLocks noGrp="1"/>
          </p:cNvSpPr>
          <p:nvPr>
            <p:ph type="sldNum" sz="quarter" idx="5"/>
          </p:nvPr>
        </p:nvSpPr>
        <p:spPr/>
        <p:txBody>
          <a:bodyPr/>
          <a:lstStyle/>
          <a:p>
            <a:fld id="{1AF9931C-5A24-6648-91AC-4821D97814C6}" type="slidenum">
              <a:rPr lang="en-US" smtClean="0"/>
              <a:t>2</a:t>
            </a:fld>
            <a:endParaRPr lang="en-US"/>
          </a:p>
        </p:txBody>
      </p:sp>
    </p:spTree>
    <p:extLst>
      <p:ext uri="{BB962C8B-B14F-4D97-AF65-F5344CB8AC3E}">
        <p14:creationId xmlns:p14="http://schemas.microsoft.com/office/powerpoint/2010/main" val="3296318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9FF33-2086-2C0D-83FD-FD50BB12C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7FA9F-34BE-8D93-A65E-DEBFB0518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3419B-7B17-60D6-8B8D-CF567E0EDB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525D4-800A-A20E-1152-85554CA2AB4E}"/>
              </a:ext>
            </a:extLst>
          </p:cNvPr>
          <p:cNvSpPr>
            <a:spLocks noGrp="1"/>
          </p:cNvSpPr>
          <p:nvPr>
            <p:ph type="sldNum" sz="quarter" idx="5"/>
          </p:nvPr>
        </p:nvSpPr>
        <p:spPr/>
        <p:txBody>
          <a:bodyPr/>
          <a:lstStyle/>
          <a:p>
            <a:fld id="{1AF9931C-5A24-6648-91AC-4821D97814C6}" type="slidenum">
              <a:rPr lang="en-US" smtClean="0"/>
              <a:t>3</a:t>
            </a:fld>
            <a:endParaRPr lang="en-US"/>
          </a:p>
        </p:txBody>
      </p:sp>
    </p:spTree>
    <p:extLst>
      <p:ext uri="{BB962C8B-B14F-4D97-AF65-F5344CB8AC3E}">
        <p14:creationId xmlns:p14="http://schemas.microsoft.com/office/powerpoint/2010/main" val="1923613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8B39D-F654-68E6-D11C-468CE0DF8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5C6BA-8A21-CD33-D3AD-7FB0E7047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9E584-E077-C1E4-C0C0-2AA93CFB33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28AE52-6D08-99A5-D3C4-628B570C05E3}"/>
              </a:ext>
            </a:extLst>
          </p:cNvPr>
          <p:cNvSpPr>
            <a:spLocks noGrp="1"/>
          </p:cNvSpPr>
          <p:nvPr>
            <p:ph type="sldNum" sz="quarter" idx="5"/>
          </p:nvPr>
        </p:nvSpPr>
        <p:spPr/>
        <p:txBody>
          <a:bodyPr/>
          <a:lstStyle/>
          <a:p>
            <a:fld id="{1AF9931C-5A24-6648-91AC-4821D97814C6}" type="slidenum">
              <a:rPr lang="en-US" smtClean="0"/>
              <a:t>4</a:t>
            </a:fld>
            <a:endParaRPr lang="en-US"/>
          </a:p>
        </p:txBody>
      </p:sp>
    </p:spTree>
    <p:extLst>
      <p:ext uri="{BB962C8B-B14F-4D97-AF65-F5344CB8AC3E}">
        <p14:creationId xmlns:p14="http://schemas.microsoft.com/office/powerpoint/2010/main" val="1941984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4A21-D753-BA10-FEE5-693B91ECB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1B709-7B74-C042-7E46-3C57B865E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0EBDA-57E2-C94A-28AC-3D7BEAC429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5062F-A8F3-6546-31DC-88C6F40CB3B3}"/>
              </a:ext>
            </a:extLst>
          </p:cNvPr>
          <p:cNvSpPr>
            <a:spLocks noGrp="1"/>
          </p:cNvSpPr>
          <p:nvPr>
            <p:ph type="sldNum" sz="quarter" idx="5"/>
          </p:nvPr>
        </p:nvSpPr>
        <p:spPr/>
        <p:txBody>
          <a:bodyPr/>
          <a:lstStyle/>
          <a:p>
            <a:fld id="{1AF9931C-5A24-6648-91AC-4821D97814C6}" type="slidenum">
              <a:rPr lang="en-US" smtClean="0"/>
              <a:t>5</a:t>
            </a:fld>
            <a:endParaRPr lang="en-US"/>
          </a:p>
        </p:txBody>
      </p:sp>
    </p:spTree>
    <p:extLst>
      <p:ext uri="{BB962C8B-B14F-4D97-AF65-F5344CB8AC3E}">
        <p14:creationId xmlns:p14="http://schemas.microsoft.com/office/powerpoint/2010/main" val="2688284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E95A-0343-20A4-E4D3-1DF8AC8DF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3FCFC-5F50-147C-0D1A-A6C8ACA74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07E8F-6C2B-DE15-80A3-EF0398D15A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574D9D-FA05-D4C8-6E15-2977E252D061}"/>
              </a:ext>
            </a:extLst>
          </p:cNvPr>
          <p:cNvSpPr>
            <a:spLocks noGrp="1"/>
          </p:cNvSpPr>
          <p:nvPr>
            <p:ph type="sldNum" sz="quarter" idx="5"/>
          </p:nvPr>
        </p:nvSpPr>
        <p:spPr/>
        <p:txBody>
          <a:bodyPr/>
          <a:lstStyle/>
          <a:p>
            <a:fld id="{1AF9931C-5A24-6648-91AC-4821D97814C6}" type="slidenum">
              <a:rPr lang="en-US" smtClean="0"/>
              <a:t>6</a:t>
            </a:fld>
            <a:endParaRPr lang="en-US"/>
          </a:p>
        </p:txBody>
      </p:sp>
    </p:spTree>
    <p:extLst>
      <p:ext uri="{BB962C8B-B14F-4D97-AF65-F5344CB8AC3E}">
        <p14:creationId xmlns:p14="http://schemas.microsoft.com/office/powerpoint/2010/main" val="1828759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95BF-C566-FFA7-52E3-0EE9ED57C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1A69-1452-FC73-E2B4-4C7277166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32733-CBB4-3E29-26F2-7C6FCDFE94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D66E9A-5C9E-3144-008B-783CA511D984}"/>
              </a:ext>
            </a:extLst>
          </p:cNvPr>
          <p:cNvSpPr>
            <a:spLocks noGrp="1"/>
          </p:cNvSpPr>
          <p:nvPr>
            <p:ph type="sldNum" sz="quarter" idx="5"/>
          </p:nvPr>
        </p:nvSpPr>
        <p:spPr/>
        <p:txBody>
          <a:bodyPr/>
          <a:lstStyle/>
          <a:p>
            <a:fld id="{1AF9931C-5A24-6648-91AC-4821D97814C6}" type="slidenum">
              <a:rPr lang="en-US" smtClean="0"/>
              <a:t>7</a:t>
            </a:fld>
            <a:endParaRPr lang="en-US"/>
          </a:p>
        </p:txBody>
      </p:sp>
    </p:spTree>
    <p:extLst>
      <p:ext uri="{BB962C8B-B14F-4D97-AF65-F5344CB8AC3E}">
        <p14:creationId xmlns:p14="http://schemas.microsoft.com/office/powerpoint/2010/main" val="2022697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A994C-DC42-725A-49B0-89189A509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B8194-C609-7967-B1DE-06832658D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DC3A7-D07C-D5D8-1C81-4978D4CA3D08}"/>
              </a:ext>
            </a:extLst>
          </p:cNvPr>
          <p:cNvSpPr>
            <a:spLocks noGrp="1"/>
          </p:cNvSpPr>
          <p:nvPr>
            <p:ph type="body" idx="1"/>
          </p:nvPr>
        </p:nvSpPr>
        <p:spPr/>
        <p:txBody>
          <a:bodyPr/>
          <a:lstStyle/>
          <a:p>
            <a:r>
              <a:rPr lang="en-US"/>
              <a:t>Let’s start with the principle of visibility. In our dashboard, each task is accompanied by a priority indicator—represented by a colored circle and label. This makes the urgency of tasks immediately apparent. Users don’t need to click or dive deeper to understand what’s important. The red dot labeled 'CRITICAL' is especially effective in grabbing attention. This visual cue ensures users can triage tasks quickly and confidently."</a:t>
            </a:r>
          </a:p>
        </p:txBody>
      </p:sp>
      <p:sp>
        <p:nvSpPr>
          <p:cNvPr id="4" name="Slide Number Placeholder 3">
            <a:extLst>
              <a:ext uri="{FF2B5EF4-FFF2-40B4-BE49-F238E27FC236}">
                <a16:creationId xmlns:a16="http://schemas.microsoft.com/office/drawing/2014/main" id="{E4C9A60D-32B7-182B-BA0C-DBA2035B762B}"/>
              </a:ext>
            </a:extLst>
          </p:cNvPr>
          <p:cNvSpPr>
            <a:spLocks noGrp="1"/>
          </p:cNvSpPr>
          <p:nvPr>
            <p:ph type="sldNum" sz="quarter" idx="5"/>
          </p:nvPr>
        </p:nvSpPr>
        <p:spPr/>
        <p:txBody>
          <a:bodyPr/>
          <a:lstStyle/>
          <a:p>
            <a:fld id="{1AF9931C-5A24-6648-91AC-4821D97814C6}" type="slidenum">
              <a:rPr lang="en-US" smtClean="0"/>
              <a:t>8</a:t>
            </a:fld>
            <a:endParaRPr lang="en-US"/>
          </a:p>
        </p:txBody>
      </p:sp>
    </p:spTree>
    <p:extLst>
      <p:ext uri="{BB962C8B-B14F-4D97-AF65-F5344CB8AC3E}">
        <p14:creationId xmlns:p14="http://schemas.microsoft.com/office/powerpoint/2010/main" val="246208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359A-955D-1D56-2CF6-1D7EA6C07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B8766-DB64-1585-48A3-11C23CBA8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792E4-25F3-A48E-9AA6-644C1AB597A9}"/>
              </a:ext>
            </a:extLst>
          </p:cNvPr>
          <p:cNvSpPr>
            <a:spLocks noGrp="1"/>
          </p:cNvSpPr>
          <p:nvPr>
            <p:ph type="body" idx="1"/>
          </p:nvPr>
        </p:nvSpPr>
        <p:spPr/>
        <p:txBody>
          <a:bodyPr/>
          <a:lstStyle/>
          <a:p>
            <a:r>
              <a:rPr lang="en-US" i="1"/>
              <a:t>"Next is affordance. We designed each functional module—like 'Campus Performance Metrics' or 'Team Management'—to appear as raised, button-like elements with a gear icon in the corner. These clearly afford clicking. Even without explicit instructions, users instinctively recognize that these modules are interactive and customizable. Much like how a knob affords turning, our icons suggest interaction."</a:t>
            </a:r>
            <a:endParaRPr lang="en-US"/>
          </a:p>
        </p:txBody>
      </p:sp>
      <p:sp>
        <p:nvSpPr>
          <p:cNvPr id="4" name="Slide Number Placeholder 3">
            <a:extLst>
              <a:ext uri="{FF2B5EF4-FFF2-40B4-BE49-F238E27FC236}">
                <a16:creationId xmlns:a16="http://schemas.microsoft.com/office/drawing/2014/main" id="{B31598E7-A09D-DC31-C6A2-6A3CC145015F}"/>
              </a:ext>
            </a:extLst>
          </p:cNvPr>
          <p:cNvSpPr>
            <a:spLocks noGrp="1"/>
          </p:cNvSpPr>
          <p:nvPr>
            <p:ph type="sldNum" sz="quarter" idx="5"/>
          </p:nvPr>
        </p:nvSpPr>
        <p:spPr/>
        <p:txBody>
          <a:bodyPr/>
          <a:lstStyle/>
          <a:p>
            <a:fld id="{1AF9931C-5A24-6648-91AC-4821D97814C6}" type="slidenum">
              <a:rPr lang="en-US" smtClean="0"/>
              <a:t>9</a:t>
            </a:fld>
            <a:endParaRPr lang="en-US"/>
          </a:p>
        </p:txBody>
      </p:sp>
    </p:spTree>
    <p:extLst>
      <p:ext uri="{BB962C8B-B14F-4D97-AF65-F5344CB8AC3E}">
        <p14:creationId xmlns:p14="http://schemas.microsoft.com/office/powerpoint/2010/main" val="2818265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B04B0-FE11-8A2F-3F73-B67288D54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2132A-0CA7-E68D-3097-7554C4F5C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49021-834E-84BC-C24D-41F8EB4EB49B}"/>
              </a:ext>
            </a:extLst>
          </p:cNvPr>
          <p:cNvSpPr>
            <a:spLocks noGrp="1"/>
          </p:cNvSpPr>
          <p:nvPr>
            <p:ph type="body" idx="1"/>
          </p:nvPr>
        </p:nvSpPr>
        <p:spPr/>
        <p:txBody>
          <a:bodyPr/>
          <a:lstStyle/>
          <a:p>
            <a:r>
              <a:rPr lang="en-US" i="1"/>
              <a:t>"This slide highlights natural mappings. We’ve used common iconography to make the interface intuitive. For example, a human figure icon is used for accessibility settings, and a bell represents alerts. These choices rely on users’ pre-existing mental models from other digital tools, making our system easier to learn and navigate without additional guidance."</a:t>
            </a:r>
            <a:endParaRPr lang="en-US"/>
          </a:p>
        </p:txBody>
      </p:sp>
      <p:sp>
        <p:nvSpPr>
          <p:cNvPr id="4" name="Slide Number Placeholder 3">
            <a:extLst>
              <a:ext uri="{FF2B5EF4-FFF2-40B4-BE49-F238E27FC236}">
                <a16:creationId xmlns:a16="http://schemas.microsoft.com/office/drawing/2014/main" id="{BE37F971-7190-CBCA-33EC-5ACC0CD7E246}"/>
              </a:ext>
            </a:extLst>
          </p:cNvPr>
          <p:cNvSpPr>
            <a:spLocks noGrp="1"/>
          </p:cNvSpPr>
          <p:nvPr>
            <p:ph type="sldNum" sz="quarter" idx="5"/>
          </p:nvPr>
        </p:nvSpPr>
        <p:spPr/>
        <p:txBody>
          <a:bodyPr/>
          <a:lstStyle/>
          <a:p>
            <a:fld id="{1AF9931C-5A24-6648-91AC-4821D97814C6}" type="slidenum">
              <a:rPr lang="en-US" smtClean="0"/>
              <a:t>10</a:t>
            </a:fld>
            <a:endParaRPr lang="en-US"/>
          </a:p>
        </p:txBody>
      </p:sp>
    </p:spTree>
    <p:extLst>
      <p:ext uri="{BB962C8B-B14F-4D97-AF65-F5344CB8AC3E}">
        <p14:creationId xmlns:p14="http://schemas.microsoft.com/office/powerpoint/2010/main" val="851021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CF75A-0065-FE21-0939-35C3EECEC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6EA87-679A-866B-4DEC-B1546B393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59EBE-61D3-5561-DAF1-5084AD984CB7}"/>
              </a:ext>
            </a:extLst>
          </p:cNvPr>
          <p:cNvSpPr>
            <a:spLocks noGrp="1"/>
          </p:cNvSpPr>
          <p:nvPr>
            <p:ph type="body" idx="1"/>
          </p:nvPr>
        </p:nvSpPr>
        <p:spPr/>
        <p:txBody>
          <a:bodyPr/>
          <a:lstStyle/>
          <a:p>
            <a:r>
              <a:rPr lang="en-US"/>
              <a:t>"Here, we illustrate the use of constraints. The sidebar menu limits users to four main categories: Dashboard, Tickets, Settings, and Reports. By restricting the navigation options, we reduce potential confusion and prevent users from drifting into unsupported features. It also helps guide them toward their most critical tasks."</a:t>
            </a:r>
          </a:p>
        </p:txBody>
      </p:sp>
      <p:sp>
        <p:nvSpPr>
          <p:cNvPr id="4" name="Slide Number Placeholder 3">
            <a:extLst>
              <a:ext uri="{FF2B5EF4-FFF2-40B4-BE49-F238E27FC236}">
                <a16:creationId xmlns:a16="http://schemas.microsoft.com/office/drawing/2014/main" id="{DFE3BDC6-08E0-7651-F366-B460DD4F691A}"/>
              </a:ext>
            </a:extLst>
          </p:cNvPr>
          <p:cNvSpPr>
            <a:spLocks noGrp="1"/>
          </p:cNvSpPr>
          <p:nvPr>
            <p:ph type="sldNum" sz="quarter" idx="5"/>
          </p:nvPr>
        </p:nvSpPr>
        <p:spPr/>
        <p:txBody>
          <a:bodyPr/>
          <a:lstStyle/>
          <a:p>
            <a:fld id="{1AF9931C-5A24-6648-91AC-4821D97814C6}" type="slidenum">
              <a:rPr lang="en-US" smtClean="0"/>
              <a:t>11</a:t>
            </a:fld>
            <a:endParaRPr lang="en-US"/>
          </a:p>
        </p:txBody>
      </p:sp>
    </p:spTree>
    <p:extLst>
      <p:ext uri="{BB962C8B-B14F-4D97-AF65-F5344CB8AC3E}">
        <p14:creationId xmlns:p14="http://schemas.microsoft.com/office/powerpoint/2010/main" val="116526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4867-8FC1-4342-9CE3-CFFC32FF3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D00A1-CFD7-A318-B2DE-7F67D89B20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BDF01-62DB-1093-4E81-F12DD8816A14}"/>
              </a:ext>
            </a:extLst>
          </p:cNvPr>
          <p:cNvSpPr>
            <a:spLocks noGrp="1"/>
          </p:cNvSpPr>
          <p:nvPr>
            <p:ph type="body" idx="1"/>
          </p:nvPr>
        </p:nvSpPr>
        <p:spPr/>
        <p:txBody>
          <a:bodyPr/>
          <a:lstStyle/>
          <a:p>
            <a:r>
              <a:rPr lang="en-US"/>
              <a:t>"Finally, feedback. Users receive immediate visual and numeric confirmation when they handle a ticket. They can clearly see that their action has gone through, and even better, they know how well the system is performing in response. This kind of real-time, relevant feedback is key to reinforcing user confidence and supporting smooth workflows."</a:t>
            </a:r>
          </a:p>
        </p:txBody>
      </p:sp>
      <p:sp>
        <p:nvSpPr>
          <p:cNvPr id="4" name="Slide Number Placeholder 3">
            <a:extLst>
              <a:ext uri="{FF2B5EF4-FFF2-40B4-BE49-F238E27FC236}">
                <a16:creationId xmlns:a16="http://schemas.microsoft.com/office/drawing/2014/main" id="{3BF97972-EF07-623A-FC58-F8BAB1C250CA}"/>
              </a:ext>
            </a:extLst>
          </p:cNvPr>
          <p:cNvSpPr>
            <a:spLocks noGrp="1"/>
          </p:cNvSpPr>
          <p:nvPr>
            <p:ph type="sldNum" sz="quarter" idx="5"/>
          </p:nvPr>
        </p:nvSpPr>
        <p:spPr/>
        <p:txBody>
          <a:bodyPr/>
          <a:lstStyle/>
          <a:p>
            <a:fld id="{1AF9931C-5A24-6648-91AC-4821D97814C6}" type="slidenum">
              <a:rPr lang="en-US" smtClean="0"/>
              <a:t>12</a:t>
            </a:fld>
            <a:endParaRPr lang="en-US"/>
          </a:p>
        </p:txBody>
      </p:sp>
    </p:spTree>
    <p:extLst>
      <p:ext uri="{BB962C8B-B14F-4D97-AF65-F5344CB8AC3E}">
        <p14:creationId xmlns:p14="http://schemas.microsoft.com/office/powerpoint/2010/main" val="2175244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95BF-C566-FFA7-52E3-0EE9ED57C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1A69-1452-FC73-E2B4-4C7277166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32733-CBB4-3E29-26F2-7C6FCDFE94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D66E9A-5C9E-3144-008B-783CA511D984}"/>
              </a:ext>
            </a:extLst>
          </p:cNvPr>
          <p:cNvSpPr>
            <a:spLocks noGrp="1"/>
          </p:cNvSpPr>
          <p:nvPr>
            <p:ph type="sldNum" sz="quarter" idx="5"/>
          </p:nvPr>
        </p:nvSpPr>
        <p:spPr/>
        <p:txBody>
          <a:bodyPr/>
          <a:lstStyle/>
          <a:p>
            <a:fld id="{1AF9931C-5A24-6648-91AC-4821D97814C6}" type="slidenum">
              <a:rPr lang="en-US" smtClean="0"/>
              <a:t>13</a:t>
            </a:fld>
            <a:endParaRPr lang="en-US"/>
          </a:p>
        </p:txBody>
      </p:sp>
    </p:spTree>
    <p:extLst>
      <p:ext uri="{BB962C8B-B14F-4D97-AF65-F5344CB8AC3E}">
        <p14:creationId xmlns:p14="http://schemas.microsoft.com/office/powerpoint/2010/main" val="559691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33D4-5325-FD36-7AD1-93CC0200E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84797-E091-2DB0-877D-7E157B32D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B3CA2-A028-8577-7E48-940C780E39F3}"/>
              </a:ext>
            </a:extLst>
          </p:cNvPr>
          <p:cNvSpPr>
            <a:spLocks noGrp="1"/>
          </p:cNvSpPr>
          <p:nvPr>
            <p:ph type="body" idx="1"/>
          </p:nvPr>
        </p:nvSpPr>
        <p:spPr/>
        <p:txBody>
          <a:bodyPr/>
          <a:lstStyle/>
          <a:p>
            <a:r>
              <a:rPr lang="en-US"/>
              <a:t>just above the industry average (~68)</a:t>
            </a:r>
          </a:p>
        </p:txBody>
      </p:sp>
      <p:sp>
        <p:nvSpPr>
          <p:cNvPr id="4" name="Slide Number Placeholder 3">
            <a:extLst>
              <a:ext uri="{FF2B5EF4-FFF2-40B4-BE49-F238E27FC236}">
                <a16:creationId xmlns:a16="http://schemas.microsoft.com/office/drawing/2014/main" id="{B8A517D0-D21C-2A39-BDAA-EF822349FC11}"/>
              </a:ext>
            </a:extLst>
          </p:cNvPr>
          <p:cNvSpPr>
            <a:spLocks noGrp="1"/>
          </p:cNvSpPr>
          <p:nvPr>
            <p:ph type="sldNum" sz="quarter" idx="5"/>
          </p:nvPr>
        </p:nvSpPr>
        <p:spPr/>
        <p:txBody>
          <a:bodyPr/>
          <a:lstStyle/>
          <a:p>
            <a:fld id="{1AF9931C-5A24-6648-91AC-4821D97814C6}" type="slidenum">
              <a:rPr lang="en-US" smtClean="0"/>
              <a:t>14</a:t>
            </a:fld>
            <a:endParaRPr lang="en-US"/>
          </a:p>
        </p:txBody>
      </p:sp>
    </p:spTree>
    <p:extLst>
      <p:ext uri="{BB962C8B-B14F-4D97-AF65-F5344CB8AC3E}">
        <p14:creationId xmlns:p14="http://schemas.microsoft.com/office/powerpoint/2010/main" val="1295551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E640-F31A-923A-0C24-E853AE267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E3B15-E59C-55F4-FA2F-0D3FA5477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375FB-2684-A78E-AFFA-BEF5468E4B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8DF13F-B800-F6D7-EB1A-C7C2A526733E}"/>
              </a:ext>
            </a:extLst>
          </p:cNvPr>
          <p:cNvSpPr>
            <a:spLocks noGrp="1"/>
          </p:cNvSpPr>
          <p:nvPr>
            <p:ph type="sldNum" sz="quarter" idx="5"/>
          </p:nvPr>
        </p:nvSpPr>
        <p:spPr/>
        <p:txBody>
          <a:bodyPr/>
          <a:lstStyle/>
          <a:p>
            <a:fld id="{1AF9931C-5A24-6648-91AC-4821D97814C6}" type="slidenum">
              <a:rPr lang="en-US" smtClean="0"/>
              <a:t>15</a:t>
            </a:fld>
            <a:endParaRPr lang="en-US"/>
          </a:p>
        </p:txBody>
      </p:sp>
    </p:spTree>
    <p:extLst>
      <p:ext uri="{BB962C8B-B14F-4D97-AF65-F5344CB8AC3E}">
        <p14:creationId xmlns:p14="http://schemas.microsoft.com/office/powerpoint/2010/main" val="3013895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7B2E8-BF66-9D0A-502A-66D71704A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C0998-1EEC-33B9-3B43-9381C14C3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AEEDF-FB59-D408-8D39-430A56DA76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6EDF0F-0F53-7F83-6250-F1195FC5B041}"/>
              </a:ext>
            </a:extLst>
          </p:cNvPr>
          <p:cNvSpPr>
            <a:spLocks noGrp="1"/>
          </p:cNvSpPr>
          <p:nvPr>
            <p:ph type="sldNum" sz="quarter" idx="5"/>
          </p:nvPr>
        </p:nvSpPr>
        <p:spPr/>
        <p:txBody>
          <a:bodyPr/>
          <a:lstStyle/>
          <a:p>
            <a:fld id="{1AF9931C-5A24-6648-91AC-4821D97814C6}" type="slidenum">
              <a:rPr lang="en-US" smtClean="0"/>
              <a:t>16</a:t>
            </a:fld>
            <a:endParaRPr lang="en-US"/>
          </a:p>
        </p:txBody>
      </p:sp>
    </p:spTree>
    <p:extLst>
      <p:ext uri="{BB962C8B-B14F-4D97-AF65-F5344CB8AC3E}">
        <p14:creationId xmlns:p14="http://schemas.microsoft.com/office/powerpoint/2010/main" val="47181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A138-1824-5843-679E-5BAB9665C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589A0-30C7-2D7E-E628-3F0CFDE52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B3D43-8291-9880-DB4B-07F03BF589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D35D95-D3D9-5C15-550E-485BA515FCE9}"/>
              </a:ext>
            </a:extLst>
          </p:cNvPr>
          <p:cNvSpPr>
            <a:spLocks noGrp="1"/>
          </p:cNvSpPr>
          <p:nvPr>
            <p:ph type="sldNum" sz="quarter" idx="5"/>
          </p:nvPr>
        </p:nvSpPr>
        <p:spPr/>
        <p:txBody>
          <a:bodyPr/>
          <a:lstStyle/>
          <a:p>
            <a:fld id="{1AF9931C-5A24-6648-91AC-4821D97814C6}" type="slidenum">
              <a:rPr lang="en-US" smtClean="0"/>
              <a:t>17</a:t>
            </a:fld>
            <a:endParaRPr lang="en-US"/>
          </a:p>
        </p:txBody>
      </p:sp>
    </p:spTree>
    <p:extLst>
      <p:ext uri="{BB962C8B-B14F-4D97-AF65-F5344CB8AC3E}">
        <p14:creationId xmlns:p14="http://schemas.microsoft.com/office/powerpoint/2010/main" val="873383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B992309-0883-4BF2-89E9-4A4553BA2771}" type="datetime1">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29DE6-9568-4C27-86AE-45152A289775}" type="datetime1">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E28A77-7A97-405F-9D39-346B4CA79F16}" type="datetime1">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191B8B-0F7F-49E6-9415-F559AFE9BCA5}" type="datetime1">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8B6CCA-1BF7-4A45-8A87-F1E9B0EFDFC7}" type="datetime1">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150797-C757-4F9A-A365-F0254EC5F943}" type="datetime1">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3AFE54-94D1-4862-B7F5-BB5327F0B4B9}" type="datetime1">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9EA99B-E526-4EBF-870E-5D0A3B584DBB}" type="datetime1">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C92BAE-5CD7-4B93-A1DB-7CD4FB96CDE8}" type="datetime1">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BAD637-282E-4925-AE97-17522721B976}" type="datetime1">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097903-84C2-436F-931E-6358C4E91B58}" type="datetime1">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135B06-E24A-403A-90BD-904451DE74B2}" type="datetime1">
              <a:rPr lang="en-US" smtClean="0"/>
              <a:t>4/24/2025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00967-2C4D-B9F1-2B13-01077A7344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926C09-5FCA-5086-A9BF-C81AE176748C}"/>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C5728D13-1746-5F19-699E-16F25FADBC2E}"/>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DF8F8871-8AFA-0A9B-E233-88AA5DC56600}"/>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F696DF3-D36E-F33A-1D08-952E91245634}"/>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6F6665-C1BA-900A-1121-C53E2237D024}"/>
              </a:ext>
            </a:extLst>
          </p:cNvPr>
          <p:cNvSpPr txBox="1"/>
          <p:nvPr/>
        </p:nvSpPr>
        <p:spPr>
          <a:xfrm>
            <a:off x="868308" y="2585629"/>
            <a:ext cx="1198487" cy="400110"/>
          </a:xfrm>
          <a:prstGeom prst="rect">
            <a:avLst/>
          </a:prstGeom>
          <a:noFill/>
        </p:spPr>
        <p:txBody>
          <a:bodyPr wrap="square" rtlCol="0">
            <a:spAutoFit/>
          </a:bodyPr>
          <a:lstStyle/>
          <a:p>
            <a:r>
              <a:rPr lang="en-US" sz="2000" b="1">
                <a:latin typeface="Tahoma" panose="020B0604030504040204" pitchFamily="34" charset="0"/>
                <a:ea typeface="Tahoma" panose="020B0604030504040204" pitchFamily="34" charset="0"/>
                <a:cs typeface="Tahoma" panose="020B0604030504040204" pitchFamily="34" charset="0"/>
              </a:rPr>
              <a:t>TEAM 3</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B43FD3A-C1E6-0638-8B45-66E450B4B3A6}"/>
                  </a:ext>
                </a:extLst>
              </p:cNvPr>
              <p:cNvSpPr txBox="1"/>
              <p:nvPr/>
            </p:nvSpPr>
            <p:spPr>
              <a:xfrm>
                <a:off x="870097" y="2939768"/>
                <a:ext cx="4120680" cy="400110"/>
              </a:xfrm>
              <a:prstGeom prst="rect">
                <a:avLst/>
              </a:prstGeom>
              <a:noFill/>
            </p:spPr>
            <p:txBody>
              <a:bodyPr wrap="none" rtlCol="0">
                <a:spAutoFit/>
              </a:bodyPr>
              <a:lstStyle/>
              <a:p>
                <a14:m>
                  <m:oMath xmlns:m="http://schemas.openxmlformats.org/officeDocument/2006/math">
                    <m:sSup>
                      <m:sSupPr>
                        <m:ctrlPr>
                          <a:rPr lang="en-US" sz="2000" i="1" smtClean="0">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smtClean="0">
                            <a:latin typeface="Tahoma" panose="020B0604030504040204" pitchFamily="34" charset="0"/>
                            <a:ea typeface="Tahoma" panose="020B0604030504040204" pitchFamily="34" charset="0"/>
                            <a:cs typeface="Tahoma" panose="020B0604030504040204" pitchFamily="34" charset="0"/>
                          </a:rPr>
                          <m:t>Kalvry</m:t>
                        </m:r>
                        <m:r>
                          <m:rPr>
                            <m:nor/>
                          </m:rPr>
                          <a:rPr lang="en-US" sz="2000" smtClean="0">
                            <a:latin typeface="Tahoma" panose="020B0604030504040204" pitchFamily="34" charset="0"/>
                            <a:ea typeface="Tahoma" panose="020B0604030504040204" pitchFamily="34" charset="0"/>
                            <a:cs typeface="Tahoma" panose="020B0604030504040204" pitchFamily="34" charset="0"/>
                          </a:rPr>
                          <m:t> </m:t>
                        </m:r>
                        <m:r>
                          <m:rPr>
                            <m:nor/>
                          </m:rPr>
                          <a:rPr lang="en-US" sz="2000" smtClean="0">
                            <a:latin typeface="Tahoma" panose="020B0604030504040204" pitchFamily="34" charset="0"/>
                            <a:ea typeface="Tahoma" panose="020B0604030504040204" pitchFamily="34" charset="0"/>
                            <a:cs typeface="Tahoma" panose="020B0604030504040204" pitchFamily="34" charset="0"/>
                          </a:rPr>
                          <m:t>A</m:t>
                        </m:r>
                        <m:r>
                          <m:rPr>
                            <m:nor/>
                          </m:rPr>
                          <a:rPr lang="en-US" sz="2000" smtClean="0">
                            <a:latin typeface="Tahoma" panose="020B0604030504040204" pitchFamily="34" charset="0"/>
                            <a:ea typeface="Tahoma" panose="020B0604030504040204" pitchFamily="34" charset="0"/>
                            <a:cs typeface="Tahoma" panose="020B0604030504040204" pitchFamily="34" charset="0"/>
                          </a:rPr>
                          <m:t>. </m:t>
                        </m:r>
                        <m:r>
                          <m:rPr>
                            <m:nor/>
                          </m:rPr>
                          <a:rPr lang="en-US" sz="2000" smtClean="0">
                            <a:latin typeface="Tahoma" panose="020B0604030504040204" pitchFamily="34" charset="0"/>
                            <a:ea typeface="Tahoma" panose="020B0604030504040204" pitchFamily="34" charset="0"/>
                            <a:cs typeface="Tahoma" panose="020B0604030504040204" pitchFamily="34" charset="0"/>
                          </a:rPr>
                          <m:t>Cooper</m:t>
                        </m:r>
                      </m:e>
                      <m:sup>
                        <m:r>
                          <a:rPr lang="en-US" sz="2000" b="0" i="0" smtClean="0">
                            <a:latin typeface="Cambria Math" panose="02040503050406030204" pitchFamily="18" charset="0"/>
                            <a:ea typeface="Tahoma" panose="020B0604030504040204" pitchFamily="34" charset="0"/>
                            <a:cs typeface="Tahoma" panose="020B0604030504040204" pitchFamily="34" charset="0"/>
                          </a:rPr>
                          <m:t>1</m:t>
                        </m:r>
                      </m:sup>
                    </m:sSup>
                  </m:oMath>
                </a14:m>
                <a:r>
                  <a:rPr lang="en-US" sz="20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2000" i="1">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smtClean="0">
                            <a:latin typeface="Tahoma" panose="020B0604030504040204" pitchFamily="34" charset="0"/>
                            <a:ea typeface="Tahoma" panose="020B0604030504040204" pitchFamily="34" charset="0"/>
                            <a:cs typeface="Tahoma" panose="020B0604030504040204" pitchFamily="34" charset="0"/>
                          </a:rPr>
                          <m:t>Raphael</m:t>
                        </m:r>
                        <m:r>
                          <m:rPr>
                            <m:nor/>
                          </m:rPr>
                          <a:rPr lang="en-US" sz="2000" smtClean="0">
                            <a:latin typeface="Tahoma" panose="020B0604030504040204" pitchFamily="34" charset="0"/>
                            <a:ea typeface="Tahoma" panose="020B0604030504040204" pitchFamily="34" charset="0"/>
                            <a:cs typeface="Tahoma" panose="020B0604030504040204" pitchFamily="34" charset="0"/>
                          </a:rPr>
                          <m:t> </m:t>
                        </m:r>
                        <m:r>
                          <m:rPr>
                            <m:nor/>
                          </m:rPr>
                          <a:rPr lang="en-US" sz="2000" smtClean="0">
                            <a:latin typeface="Tahoma" panose="020B0604030504040204" pitchFamily="34" charset="0"/>
                            <a:ea typeface="Tahoma" panose="020B0604030504040204" pitchFamily="34" charset="0"/>
                            <a:cs typeface="Tahoma" panose="020B0604030504040204" pitchFamily="34" charset="0"/>
                          </a:rPr>
                          <m:t>Maris</m:t>
                        </m:r>
                      </m:e>
                      <m:sup>
                        <m:r>
                          <a:rPr lang="en-US" sz="2000" b="0" i="0" smtClean="0">
                            <a:latin typeface="Cambria Math" panose="02040503050406030204" pitchFamily="18" charset="0"/>
                            <a:ea typeface="Tahoma" panose="020B0604030504040204" pitchFamily="34" charset="0"/>
                            <a:cs typeface="Tahoma" panose="020B0604030504040204" pitchFamily="34" charset="0"/>
                          </a:rPr>
                          <m:t>1</m:t>
                        </m:r>
                      </m:sup>
                    </m:sSup>
                  </m:oMath>
                </a14:m>
                <a:endParaRPr lang="en-US" sz="200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7" name="TextBox 6">
                <a:extLst>
                  <a:ext uri="{FF2B5EF4-FFF2-40B4-BE49-F238E27FC236}">
                    <a16:creationId xmlns:a16="http://schemas.microsoft.com/office/drawing/2014/main" id="{0B43FD3A-C1E6-0638-8B45-66E450B4B3A6}"/>
                  </a:ext>
                </a:extLst>
              </p:cNvPr>
              <p:cNvSpPr txBox="1">
                <a:spLocks noRot="1" noChangeAspect="1" noMove="1" noResize="1" noEditPoints="1" noAdjustHandles="1" noChangeArrowheads="1" noChangeShapeType="1" noTextEdit="1"/>
              </p:cNvSpPr>
              <p:nvPr/>
            </p:nvSpPr>
            <p:spPr>
              <a:xfrm>
                <a:off x="870097" y="2939768"/>
                <a:ext cx="4120680" cy="400110"/>
              </a:xfrm>
              <a:prstGeom prst="rect">
                <a:avLst/>
              </a:prstGeom>
              <a:blipFill>
                <a:blip r:embed="rId4"/>
                <a:stretch>
                  <a:fillRect l="-888" t="-7576" b="-257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5B18FCC-99A2-A1E9-D612-ADAEE6763DFC}"/>
                  </a:ext>
                </a:extLst>
              </p:cNvPr>
              <p:cNvSpPr txBox="1"/>
              <p:nvPr/>
            </p:nvSpPr>
            <p:spPr>
              <a:xfrm>
                <a:off x="794949" y="3305140"/>
                <a:ext cx="491397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dirty="0">
                              <a:latin typeface="Tahoma" panose="020B0604030504040204" pitchFamily="34" charset="0"/>
                              <a:ea typeface="Tahoma" panose="020B0604030504040204" pitchFamily="34" charset="0"/>
                              <a:cs typeface="Tahoma" panose="020B0604030504040204" pitchFamily="34" charset="0"/>
                            </a:rPr>
                            <m:t>Sahil</m:t>
                          </m:r>
                          <m:r>
                            <m:rPr>
                              <m:nor/>
                            </m:rPr>
                            <a:rPr lang="en-US" sz="2000" dirty="0">
                              <a:latin typeface="Tahoma" panose="020B0604030504040204" pitchFamily="34" charset="0"/>
                              <a:ea typeface="Tahoma" panose="020B0604030504040204" pitchFamily="34" charset="0"/>
                              <a:cs typeface="Tahoma" panose="020B0604030504040204" pitchFamily="34" charset="0"/>
                            </a:rPr>
                            <m:t> </m:t>
                          </m:r>
                          <m:r>
                            <m:rPr>
                              <m:nor/>
                            </m:rPr>
                            <a:rPr lang="en-US" sz="2000" dirty="0">
                              <a:latin typeface="Tahoma" panose="020B0604030504040204" pitchFamily="34" charset="0"/>
                              <a:ea typeface="Tahoma" panose="020B0604030504040204" pitchFamily="34" charset="0"/>
                              <a:cs typeface="Tahoma" panose="020B0604030504040204" pitchFamily="34" charset="0"/>
                            </a:rPr>
                            <m:t>Rajesh</m:t>
                          </m:r>
                          <m:r>
                            <m:rPr>
                              <m:nor/>
                            </m:rPr>
                            <a:rPr lang="en-US" sz="2000" dirty="0">
                              <a:latin typeface="Tahoma" panose="020B0604030504040204" pitchFamily="34" charset="0"/>
                              <a:ea typeface="Tahoma" panose="020B0604030504040204" pitchFamily="34" charset="0"/>
                              <a:cs typeface="Tahoma" panose="020B0604030504040204" pitchFamily="34" charset="0"/>
                            </a:rPr>
                            <m:t> </m:t>
                          </m:r>
                          <m:r>
                            <m:rPr>
                              <m:nor/>
                            </m:rPr>
                            <a:rPr lang="en-US" sz="2000" dirty="0">
                              <a:latin typeface="Tahoma" panose="020B0604030504040204" pitchFamily="34" charset="0"/>
                              <a:ea typeface="Tahoma" panose="020B0604030504040204" pitchFamily="34" charset="0"/>
                              <a:cs typeface="Tahoma" panose="020B0604030504040204" pitchFamily="34" charset="0"/>
                            </a:rPr>
                            <m:t>Sawant</m:t>
                          </m:r>
                        </m:e>
                        <m:sup>
                          <m:r>
                            <a:rPr lang="en-US" sz="2000" b="0" i="0" dirty="0" smtClean="0">
                              <a:latin typeface="Cambria Math" panose="02040503050406030204" pitchFamily="18" charset="0"/>
                              <a:ea typeface="Tahoma" panose="020B0604030504040204" pitchFamily="34" charset="0"/>
                              <a:cs typeface="Tahoma" panose="020B0604030504040204" pitchFamily="34" charset="0"/>
                            </a:rPr>
                            <m:t>2</m:t>
                          </m:r>
                        </m:sup>
                      </m:sSup>
                      <m:r>
                        <a:rPr lang="en-US" sz="2000" b="0" i="0" smtClean="0">
                          <a:latin typeface="Cambria Math" panose="02040503050406030204" pitchFamily="18" charset="0"/>
                          <a:ea typeface="Tahoma" panose="020B0604030504040204" pitchFamily="34" charset="0"/>
                          <a:cs typeface="Tahoma" panose="020B0604030504040204" pitchFamily="34" charset="0"/>
                        </a:rPr>
                        <m:t>,</m:t>
                      </m:r>
                      <m:sSup>
                        <m:sSupPr>
                          <m:ctrlPr>
                            <a:rPr lang="en-US" sz="2000" i="1" dirty="0" smtClean="0">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b="0" i="0" dirty="0" smtClean="0">
                              <a:latin typeface="Cambria Math" panose="02040503050406030204" pitchFamily="18" charset="0"/>
                              <a:ea typeface="Tahoma" panose="020B0604030504040204" pitchFamily="34" charset="0"/>
                              <a:cs typeface="Tahoma" panose="020B0604030504040204" pitchFamily="34" charset="0"/>
                            </a:rPr>
                            <m:t> </m:t>
                          </m:r>
                          <m:r>
                            <m:rPr>
                              <m:nor/>
                            </m:rPr>
                            <a:rPr lang="en-US" sz="2000" dirty="0" smtClean="0">
                              <a:latin typeface="Tahoma" panose="020B0604030504040204" pitchFamily="34" charset="0"/>
                              <a:ea typeface="Tahoma" panose="020B0604030504040204" pitchFamily="34" charset="0"/>
                              <a:cs typeface="Tahoma" panose="020B0604030504040204" pitchFamily="34" charset="0"/>
                            </a:rPr>
                            <m:t>A</m:t>
                          </m:r>
                          <m:r>
                            <m:rPr>
                              <m:nor/>
                            </m:rPr>
                            <a:rPr lang="en-US" sz="2000" dirty="0">
                              <a:latin typeface="Tahoma" panose="020B0604030504040204" pitchFamily="34" charset="0"/>
                              <a:ea typeface="Tahoma" panose="020B0604030504040204" pitchFamily="34" charset="0"/>
                              <a:cs typeface="Tahoma" panose="020B0604030504040204" pitchFamily="34" charset="0"/>
                            </a:rPr>
                            <m:t>shwin</m:t>
                          </m:r>
                          <m:r>
                            <m:rPr>
                              <m:nor/>
                            </m:rPr>
                            <a:rPr lang="en-US" sz="2000" dirty="0">
                              <a:latin typeface="Tahoma" panose="020B0604030504040204" pitchFamily="34" charset="0"/>
                              <a:ea typeface="Tahoma" panose="020B0604030504040204" pitchFamily="34" charset="0"/>
                              <a:cs typeface="Tahoma" panose="020B0604030504040204" pitchFamily="34" charset="0"/>
                            </a:rPr>
                            <m:t> </m:t>
                          </m:r>
                          <m:r>
                            <m:rPr>
                              <m:nor/>
                            </m:rPr>
                            <a:rPr lang="en-US" sz="2000" dirty="0">
                              <a:latin typeface="Tahoma" panose="020B0604030504040204" pitchFamily="34" charset="0"/>
                              <a:ea typeface="Tahoma" panose="020B0604030504040204" pitchFamily="34" charset="0"/>
                              <a:cs typeface="Tahoma" panose="020B0604030504040204" pitchFamily="34" charset="0"/>
                            </a:rPr>
                            <m:t>Sudhakar</m:t>
                          </m:r>
                          <m:r>
                            <m:rPr>
                              <m:nor/>
                            </m:rPr>
                            <a:rPr lang="en-US" sz="2000" dirty="0">
                              <a:latin typeface="Tahoma" panose="020B0604030504040204" pitchFamily="34" charset="0"/>
                              <a:ea typeface="Tahoma" panose="020B0604030504040204" pitchFamily="34" charset="0"/>
                              <a:cs typeface="Tahoma" panose="020B0604030504040204" pitchFamily="34" charset="0"/>
                            </a:rPr>
                            <m:t> </m:t>
                          </m:r>
                        </m:e>
                        <m:sup>
                          <m:r>
                            <a:rPr lang="en-US" sz="2000" b="0" i="0" dirty="0" smtClean="0">
                              <a:latin typeface="Cambria Math" panose="02040503050406030204" pitchFamily="18" charset="0"/>
                              <a:ea typeface="Tahoma" panose="020B0604030504040204" pitchFamily="34" charset="0"/>
                              <a:cs typeface="Tahoma" panose="020B0604030504040204" pitchFamily="34" charset="0"/>
                            </a:rPr>
                            <m:t>2</m:t>
                          </m:r>
                        </m:sup>
                      </m:sSup>
                    </m:oMath>
                  </m:oMathPara>
                </a14:m>
                <a:endParaRPr lang="en-US" sz="2000"/>
              </a:p>
            </p:txBody>
          </p:sp>
        </mc:Choice>
        <mc:Fallback>
          <p:sp>
            <p:nvSpPr>
              <p:cNvPr id="8" name="TextBox 7">
                <a:extLst>
                  <a:ext uri="{FF2B5EF4-FFF2-40B4-BE49-F238E27FC236}">
                    <a16:creationId xmlns:a16="http://schemas.microsoft.com/office/drawing/2014/main" id="{45B18FCC-99A2-A1E9-D612-ADAEE6763DFC}"/>
                  </a:ext>
                </a:extLst>
              </p:cNvPr>
              <p:cNvSpPr txBox="1">
                <a:spLocks noRot="1" noChangeAspect="1" noMove="1" noResize="1" noEditPoints="1" noAdjustHandles="1" noChangeArrowheads="1" noChangeShapeType="1" noTextEdit="1"/>
              </p:cNvSpPr>
              <p:nvPr/>
            </p:nvSpPr>
            <p:spPr>
              <a:xfrm>
                <a:off x="794949" y="3305140"/>
                <a:ext cx="4913974" cy="400110"/>
              </a:xfrm>
              <a:prstGeom prst="rect">
                <a:avLst/>
              </a:prstGeom>
              <a:blipFill>
                <a:blip r:embed="rId5"/>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611E382-BD8E-CB00-1B20-508E529982FE}"/>
                  </a:ext>
                </a:extLst>
              </p:cNvPr>
              <p:cNvSpPr txBox="1"/>
              <p:nvPr/>
            </p:nvSpPr>
            <p:spPr>
              <a:xfrm>
                <a:off x="873497" y="3657980"/>
                <a:ext cx="3992247" cy="400110"/>
              </a:xfrm>
              <a:prstGeom prst="rect">
                <a:avLst/>
              </a:prstGeom>
              <a:noFill/>
            </p:spPr>
            <p:txBody>
              <a:bodyPr wrap="none" rtlCol="0">
                <a:spAutoFit/>
              </a:bodyPr>
              <a:lstStyle/>
              <a:p>
                <a14:m>
                  <m:oMath xmlns:m="http://schemas.openxmlformats.org/officeDocument/2006/math">
                    <m:sSup>
                      <m:sSupPr>
                        <m:ctrlPr>
                          <a:rPr lang="en-US" sz="2000" i="1" smtClean="0">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smtClean="0">
                            <a:latin typeface="Tahoma" panose="020B0604030504040204" pitchFamily="34" charset="0"/>
                            <a:ea typeface="Tahoma" panose="020B0604030504040204" pitchFamily="34" charset="0"/>
                            <a:cs typeface="Tahoma" panose="020B0604030504040204" pitchFamily="34" charset="0"/>
                          </a:rPr>
                          <m:t>Maria</m:t>
                        </m:r>
                        <m:r>
                          <m:rPr>
                            <m:nor/>
                          </m:rPr>
                          <a:rPr lang="en-US" sz="2000" smtClean="0">
                            <a:latin typeface="Tahoma" panose="020B0604030504040204" pitchFamily="34" charset="0"/>
                            <a:ea typeface="Tahoma" panose="020B0604030504040204" pitchFamily="34" charset="0"/>
                            <a:cs typeface="Tahoma" panose="020B0604030504040204" pitchFamily="34" charset="0"/>
                          </a:rPr>
                          <m:t> </m:t>
                        </m:r>
                        <m:r>
                          <m:rPr>
                            <m:nor/>
                          </m:rPr>
                          <a:rPr lang="en-US" sz="2000" smtClean="0">
                            <a:latin typeface="Tahoma" panose="020B0604030504040204" pitchFamily="34" charset="0"/>
                            <a:ea typeface="Tahoma" panose="020B0604030504040204" pitchFamily="34" charset="0"/>
                            <a:cs typeface="Tahoma" panose="020B0604030504040204" pitchFamily="34" charset="0"/>
                          </a:rPr>
                          <m:t>Levanidova</m:t>
                        </m:r>
                      </m:e>
                      <m:sup>
                        <m:r>
                          <a:rPr lang="en-US" sz="2000" b="0" i="0" smtClean="0">
                            <a:latin typeface="Cambria Math" panose="02040503050406030204" pitchFamily="18" charset="0"/>
                            <a:ea typeface="Tahoma" panose="020B0604030504040204" pitchFamily="34" charset="0"/>
                            <a:cs typeface="Tahoma" panose="020B0604030504040204" pitchFamily="34" charset="0"/>
                          </a:rPr>
                          <m:t>3</m:t>
                        </m:r>
                      </m:sup>
                    </m:sSup>
                  </m:oMath>
                </a14:m>
                <a:r>
                  <a:rPr lang="en-US" sz="20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2000" i="1">
                            <a:latin typeface="Cambria Math" panose="02040503050406030204" pitchFamily="18" charset="0"/>
                            <a:ea typeface="Tahoma" panose="020B0604030504040204" pitchFamily="34" charset="0"/>
                            <a:cs typeface="Tahoma" panose="020B0604030504040204" pitchFamily="34" charset="0"/>
                          </a:rPr>
                        </m:ctrlPr>
                      </m:sSupPr>
                      <m:e>
                        <m:r>
                          <m:rPr>
                            <m:nor/>
                          </m:rPr>
                          <a:rPr lang="en-US" sz="2000">
                            <a:latin typeface="Tahoma" panose="020B0604030504040204" pitchFamily="34" charset="0"/>
                            <a:ea typeface="Tahoma" panose="020B0604030504040204" pitchFamily="34" charset="0"/>
                            <a:cs typeface="Tahoma" panose="020B0604030504040204" pitchFamily="34" charset="0"/>
                          </a:rPr>
                          <m:t>John</m:t>
                        </m:r>
                        <m:r>
                          <m:rPr>
                            <m:nor/>
                          </m:rPr>
                          <a:rPr lang="en-US" sz="2000" b="0" i="0" smtClean="0">
                            <a:latin typeface="Tahoma" panose="020B0604030504040204" pitchFamily="34" charset="0"/>
                            <a:ea typeface="Tahoma" panose="020B0604030504040204" pitchFamily="34" charset="0"/>
                            <a:cs typeface="Tahoma" panose="020B0604030504040204" pitchFamily="34" charset="0"/>
                          </a:rPr>
                          <m:t> </m:t>
                        </m:r>
                        <m:r>
                          <m:rPr>
                            <m:nor/>
                          </m:rPr>
                          <a:rPr lang="en-US" sz="2000" b="0" i="0" smtClean="0">
                            <a:latin typeface="Tahoma" panose="020B0604030504040204" pitchFamily="34" charset="0"/>
                            <a:ea typeface="Tahoma" panose="020B0604030504040204" pitchFamily="34" charset="0"/>
                            <a:cs typeface="Tahoma" panose="020B0604030504040204" pitchFamily="34" charset="0"/>
                          </a:rPr>
                          <m:t>Solorio</m:t>
                        </m:r>
                        <m:r>
                          <m:rPr>
                            <m:nor/>
                          </m:rPr>
                          <a:rPr lang="en-US" sz="2000" b="0" i="0" smtClean="0">
                            <a:latin typeface="Cambria Math" panose="02040503050406030204" pitchFamily="18" charset="0"/>
                            <a:ea typeface="Tahoma" panose="020B0604030504040204" pitchFamily="34" charset="0"/>
                            <a:cs typeface="Tahoma" panose="020B0604030504040204" pitchFamily="34" charset="0"/>
                          </a:rPr>
                          <m:t> </m:t>
                        </m:r>
                      </m:e>
                      <m:sup>
                        <m:r>
                          <a:rPr lang="en-US" sz="2000" b="0" i="0" smtClean="0">
                            <a:latin typeface="Cambria Math" panose="02040503050406030204" pitchFamily="18" charset="0"/>
                            <a:ea typeface="Tahoma" panose="020B0604030504040204" pitchFamily="34" charset="0"/>
                            <a:cs typeface="Tahoma" panose="020B0604030504040204" pitchFamily="34" charset="0"/>
                          </a:rPr>
                          <m:t>3</m:t>
                        </m:r>
                      </m:sup>
                    </m:sSup>
                  </m:oMath>
                </a14:m>
                <a:endParaRPr lang="en-US" sz="200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11" name="TextBox 10">
                <a:extLst>
                  <a:ext uri="{FF2B5EF4-FFF2-40B4-BE49-F238E27FC236}">
                    <a16:creationId xmlns:a16="http://schemas.microsoft.com/office/drawing/2014/main" id="{4611E382-BD8E-CB00-1B20-508E529982FE}"/>
                  </a:ext>
                </a:extLst>
              </p:cNvPr>
              <p:cNvSpPr txBox="1">
                <a:spLocks noRot="1" noChangeAspect="1" noMove="1" noResize="1" noEditPoints="1" noAdjustHandles="1" noChangeArrowheads="1" noChangeShapeType="1" noTextEdit="1"/>
              </p:cNvSpPr>
              <p:nvPr/>
            </p:nvSpPr>
            <p:spPr>
              <a:xfrm>
                <a:off x="873497" y="3657980"/>
                <a:ext cx="3992247" cy="400110"/>
              </a:xfrm>
              <a:prstGeom prst="rect">
                <a:avLst/>
              </a:prstGeom>
              <a:blipFill>
                <a:blip r:embed="rId6"/>
                <a:stretch>
                  <a:fillRect l="-153" t="-7576" b="-257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C550AF63-AFBA-25A2-F3D3-D9CFE55D85E9}"/>
                  </a:ext>
                </a:extLst>
              </p:cNvPr>
              <p:cNvSpPr txBox="1"/>
              <p:nvPr/>
            </p:nvSpPr>
            <p:spPr>
              <a:xfrm>
                <a:off x="466741" y="4193415"/>
                <a:ext cx="7026475" cy="8925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m:rPr>
                              <m:nor/>
                            </m:rPr>
                            <a:rPr lang="en-US" sz="1600" dirty="0">
                              <a:latin typeface="Tahoma" panose="020B0604030504040204" pitchFamily="34" charset="0"/>
                              <a:ea typeface="Tahoma" panose="020B0604030504040204" pitchFamily="34" charset="0"/>
                              <a:cs typeface="Tahoma" panose="020B0604030504040204" pitchFamily="34" charset="0"/>
                            </a:rPr>
                            <m:t>Human</m:t>
                          </m:r>
                          <m:r>
                            <m:rPr>
                              <m:nor/>
                            </m:rPr>
                            <a:rPr lang="en-US" sz="1600" dirty="0">
                              <a:latin typeface="Tahoma" panose="020B0604030504040204" pitchFamily="34" charset="0"/>
                              <a:ea typeface="Tahoma" panose="020B0604030504040204" pitchFamily="34" charset="0"/>
                              <a:cs typeface="Tahoma" panose="020B0604030504040204" pitchFamily="34" charset="0"/>
                            </a:rPr>
                            <m:t> </m:t>
                          </m:r>
                          <m:r>
                            <m:rPr>
                              <m:nor/>
                            </m:rPr>
                            <a:rPr lang="en-US" sz="1600" dirty="0">
                              <a:latin typeface="Tahoma" panose="020B0604030504040204" pitchFamily="34" charset="0"/>
                              <a:ea typeface="Tahoma" panose="020B0604030504040204" pitchFamily="34" charset="0"/>
                              <a:cs typeface="Tahoma" panose="020B0604030504040204" pitchFamily="34" charset="0"/>
                            </a:rPr>
                            <m:t>Centered</m:t>
                          </m:r>
                          <m:r>
                            <m:rPr>
                              <m:nor/>
                            </m:rPr>
                            <a:rPr lang="en-US" sz="1600" dirty="0">
                              <a:latin typeface="Tahoma" panose="020B0604030504040204" pitchFamily="34" charset="0"/>
                              <a:ea typeface="Tahoma" panose="020B0604030504040204" pitchFamily="34" charset="0"/>
                              <a:cs typeface="Tahoma" panose="020B0604030504040204" pitchFamily="34" charset="0"/>
                            </a:rPr>
                            <m:t> </m:t>
                          </m:r>
                          <m:r>
                            <m:rPr>
                              <m:nor/>
                            </m:rPr>
                            <a:rPr lang="en-US" sz="1600" dirty="0">
                              <a:latin typeface="Tahoma" panose="020B0604030504040204" pitchFamily="34" charset="0"/>
                              <a:ea typeface="Tahoma" panose="020B0604030504040204" pitchFamily="34" charset="0"/>
                              <a:cs typeface="Tahoma" panose="020B0604030504040204" pitchFamily="34" charset="0"/>
                            </a:rPr>
                            <m:t>Computing</m:t>
                          </m:r>
                        </m:e>
                        <m:sup>
                          <m:r>
                            <a:rPr lang="en-US" sz="1600" b="0" i="1" smtClean="0">
                              <a:latin typeface="Cambria Math" panose="02040503050406030204" pitchFamily="18" charset="0"/>
                            </a:rPr>
                            <m:t>1</m:t>
                          </m:r>
                        </m:sup>
                      </m:sSup>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Department</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 </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of</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 </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Industrial</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 </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Engineering</m:t>
                          </m:r>
                        </m:e>
                        <m:sup>
                          <m:r>
                            <a:rPr lang="en-US" sz="1600" b="0" i="1" dirty="0" smtClean="0">
                              <a:latin typeface="Cambria Math" panose="02040503050406030204" pitchFamily="18" charset="0"/>
                            </a:rPr>
                            <m:t>2</m:t>
                          </m:r>
                        </m:sup>
                      </m:sSup>
                    </m:oMath>
                  </m:oMathPara>
                </a14:m>
                <a:endParaRPr lang="en-US" sz="1600">
                  <a:latin typeface="Tahoma" panose="020B0604030504040204" pitchFamily="34" charset="0"/>
                  <a:ea typeface="Tahoma" panose="020B0604030504040204" pitchFamily="34" charset="0"/>
                  <a:cs typeface="Tahoma" panose="020B0604030504040204" pitchFamily="34" charset="0"/>
                </a:endParaRPr>
              </a:p>
              <a:p>
                <a:endParaRPr lang="en-US" sz="1600">
                  <a:latin typeface="Tahoma" panose="020B0604030504040204" pitchFamily="34" charset="0"/>
                  <a:ea typeface="Tahoma" panose="020B0604030504040204" pitchFamily="34" charset="0"/>
                  <a:cs typeface="Tahoma" panose="020B0604030504040204" pitchFamily="34" charset="0"/>
                </a:endParaRPr>
              </a:p>
              <a:p>
                <a:endParaRPr lang="en-US" sz="200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12" name="TextBox 11">
                <a:extLst>
                  <a:ext uri="{FF2B5EF4-FFF2-40B4-BE49-F238E27FC236}">
                    <a16:creationId xmlns:a16="http://schemas.microsoft.com/office/drawing/2014/main" id="{C550AF63-AFBA-25A2-F3D3-D9CFE55D85E9}"/>
                  </a:ext>
                </a:extLst>
              </p:cNvPr>
              <p:cNvSpPr txBox="1">
                <a:spLocks noRot="1" noChangeAspect="1" noMove="1" noResize="1" noEditPoints="1" noAdjustHandles="1" noChangeArrowheads="1" noChangeShapeType="1" noTextEdit="1"/>
              </p:cNvSpPr>
              <p:nvPr/>
            </p:nvSpPr>
            <p:spPr>
              <a:xfrm>
                <a:off x="466741" y="4193415"/>
                <a:ext cx="7026475" cy="89255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84DA211-657F-181C-E09F-81897CB52DAA}"/>
                  </a:ext>
                </a:extLst>
              </p:cNvPr>
              <p:cNvSpPr txBox="1"/>
              <p:nvPr/>
            </p:nvSpPr>
            <p:spPr>
              <a:xfrm>
                <a:off x="844082" y="4481649"/>
                <a:ext cx="2730747" cy="6463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US" sz="1600" i="1" smtClean="0">
                              <a:latin typeface="Cambria Math" panose="02040503050406030204" pitchFamily="18" charset="0"/>
                            </a:rPr>
                          </m:ctrlPr>
                        </m:sSupPr>
                        <m:e>
                          <m:r>
                            <m:rPr>
                              <m:nor/>
                            </m:rPr>
                            <a:rPr lang="en-US" sz="1600" b="0" i="0" smtClean="0">
                              <a:latin typeface="Tahoma" panose="020B0604030504040204" pitchFamily="34" charset="0"/>
                              <a:ea typeface="Tahoma" panose="020B0604030504040204" pitchFamily="34" charset="0"/>
                              <a:cs typeface="Tahoma" panose="020B0604030504040204" pitchFamily="34" charset="0"/>
                            </a:rPr>
                            <m:t>Human</m:t>
                          </m:r>
                          <m:r>
                            <m:rPr>
                              <m:nor/>
                            </m:rPr>
                            <a:rPr lang="en-US" sz="1600" b="0" i="0" smtClean="0">
                              <a:latin typeface="Tahoma" panose="020B0604030504040204" pitchFamily="34" charset="0"/>
                              <a:ea typeface="Tahoma" panose="020B0604030504040204" pitchFamily="34" charset="0"/>
                              <a:cs typeface="Tahoma" panose="020B0604030504040204" pitchFamily="34" charset="0"/>
                            </a:rPr>
                            <m:t> </m:t>
                          </m:r>
                          <m:r>
                            <m:rPr>
                              <m:nor/>
                            </m:rPr>
                            <a:rPr lang="en-US" sz="1600" b="0" i="0" smtClean="0">
                              <a:latin typeface="Tahoma" panose="020B0604030504040204" pitchFamily="34" charset="0"/>
                              <a:ea typeface="Tahoma" panose="020B0604030504040204" pitchFamily="34" charset="0"/>
                              <a:cs typeface="Tahoma" panose="020B0604030504040204" pitchFamily="34" charset="0"/>
                            </a:rPr>
                            <m:t>Factors</m:t>
                          </m:r>
                          <m:r>
                            <m:rPr>
                              <m:nor/>
                            </m:rPr>
                            <a:rPr lang="en-US" sz="1600" b="0" i="0" smtClean="0">
                              <a:latin typeface="Tahoma" panose="020B0604030504040204" pitchFamily="34" charset="0"/>
                              <a:ea typeface="Tahoma" panose="020B0604030504040204" pitchFamily="34" charset="0"/>
                              <a:cs typeface="Tahoma" panose="020B0604030504040204" pitchFamily="34" charset="0"/>
                            </a:rPr>
                            <m:t> </m:t>
                          </m:r>
                          <m:r>
                            <m:rPr>
                              <m:nor/>
                            </m:rPr>
                            <a:rPr lang="en-US" sz="1600" b="0" i="0" dirty="0" smtClean="0">
                              <a:latin typeface="Tahoma" panose="020B0604030504040204" pitchFamily="34" charset="0"/>
                              <a:ea typeface="Tahoma" panose="020B0604030504040204" pitchFamily="34" charset="0"/>
                              <a:cs typeface="Tahoma" panose="020B0604030504040204" pitchFamily="34" charset="0"/>
                            </a:rPr>
                            <m:t>Psychology</m:t>
                          </m:r>
                        </m:e>
                        <m:sup>
                          <m:r>
                            <a:rPr lang="en-US" sz="1600" b="0" i="1" dirty="0" smtClean="0">
                              <a:latin typeface="Cambria Math" panose="02040503050406030204" pitchFamily="18" charset="0"/>
                            </a:rPr>
                            <m:t>3</m:t>
                          </m:r>
                        </m:sup>
                      </m:sSup>
                    </m:oMath>
                  </m:oMathPara>
                </a14:m>
                <a:endParaRPr lang="en-US" sz="1600">
                  <a:latin typeface="Tahoma" panose="020B0604030504040204" pitchFamily="34" charset="0"/>
                  <a:ea typeface="Tahoma" panose="020B0604030504040204" pitchFamily="34" charset="0"/>
                  <a:cs typeface="Tahoma" panose="020B0604030504040204" pitchFamily="34" charset="0"/>
                </a:endParaRPr>
              </a:p>
              <a:p>
                <a:endParaRPr lang="en-US" sz="2000">
                  <a:latin typeface="Tahoma" panose="020B0604030504040204" pitchFamily="34" charset="0"/>
                  <a:ea typeface="Tahoma" panose="020B0604030504040204" pitchFamily="34" charset="0"/>
                  <a:cs typeface="Tahoma" panose="020B0604030504040204" pitchFamily="34" charset="0"/>
                </a:endParaRPr>
              </a:p>
            </p:txBody>
          </p:sp>
        </mc:Choice>
        <mc:Fallback>
          <p:sp>
            <p:nvSpPr>
              <p:cNvPr id="13" name="TextBox 12">
                <a:extLst>
                  <a:ext uri="{FF2B5EF4-FFF2-40B4-BE49-F238E27FC236}">
                    <a16:creationId xmlns:a16="http://schemas.microsoft.com/office/drawing/2014/main" id="{184DA211-657F-181C-E09F-81897CB52DAA}"/>
                  </a:ext>
                </a:extLst>
              </p:cNvPr>
              <p:cNvSpPr txBox="1">
                <a:spLocks noRot="1" noChangeAspect="1" noMove="1" noResize="1" noEditPoints="1" noAdjustHandles="1" noChangeArrowheads="1" noChangeShapeType="1" noTextEdit="1"/>
              </p:cNvSpPr>
              <p:nvPr/>
            </p:nvSpPr>
            <p:spPr>
              <a:xfrm>
                <a:off x="844082" y="4481649"/>
                <a:ext cx="2730747" cy="646331"/>
              </a:xfrm>
              <a:prstGeom prst="rect">
                <a:avLst/>
              </a:prstGeom>
              <a:blipFill>
                <a:blip r:embed="rId8"/>
                <a:stretch>
                  <a:fillRect/>
                </a:stretch>
              </a:blipFill>
            </p:spPr>
            <p:txBody>
              <a:bodyPr/>
              <a:lstStyle/>
              <a:p>
                <a:r>
                  <a:rPr lang="en-US">
                    <a:noFill/>
                  </a:rPr>
                  <a:t> </a:t>
                </a:r>
              </a:p>
            </p:txBody>
          </p:sp>
        </mc:Fallback>
      </mc:AlternateContent>
      <p:sp>
        <p:nvSpPr>
          <p:cNvPr id="14" name="Title 3">
            <a:extLst>
              <a:ext uri="{FF2B5EF4-FFF2-40B4-BE49-F238E27FC236}">
                <a16:creationId xmlns:a16="http://schemas.microsoft.com/office/drawing/2014/main" id="{F068656D-7752-B6A0-7AD2-4B2347134A0A}"/>
              </a:ext>
            </a:extLst>
          </p:cNvPr>
          <p:cNvSpPr>
            <a:spLocks noGrp="1"/>
          </p:cNvSpPr>
          <p:nvPr>
            <p:ph type="title"/>
          </p:nvPr>
        </p:nvSpPr>
        <p:spPr>
          <a:xfrm>
            <a:off x="844082" y="1427700"/>
            <a:ext cx="10972800" cy="1143000"/>
          </a:xfrm>
        </p:spPr>
        <p:txBody>
          <a:bodyPr/>
          <a:lstStyle/>
          <a:p>
            <a:r>
              <a:rPr lang="en-US" sz="3000" b="1">
                <a:latin typeface="Tahoma" panose="020B0604030504040204" pitchFamily="34" charset="0"/>
                <a:ea typeface="Tahoma" panose="020B0604030504040204" pitchFamily="34" charset="0"/>
                <a:cs typeface="Tahoma" panose="020B0604030504040204" pitchFamily="34" charset="0"/>
              </a:rPr>
              <a:t>Dashboard Interface Design</a:t>
            </a:r>
            <a:br>
              <a:rPr lang="en-US" sz="3000" b="1">
                <a:latin typeface="Tahoma" panose="020B0604030504040204" pitchFamily="34" charset="0"/>
                <a:ea typeface="Tahoma" panose="020B0604030504040204" pitchFamily="34" charset="0"/>
                <a:cs typeface="Tahoma" panose="020B0604030504040204" pitchFamily="34" charset="0"/>
              </a:rPr>
            </a:br>
            <a:r>
              <a:rPr lang="en-US" sz="3000" b="1">
                <a:latin typeface="Tahoma" panose="020B0604030504040204" pitchFamily="34" charset="0"/>
                <a:ea typeface="Tahoma" panose="020B0604030504040204" pitchFamily="34" charset="0"/>
                <a:cs typeface="Tahoma" panose="020B0604030504040204" pitchFamily="34" charset="0"/>
              </a:rPr>
              <a:t>for IT Ticketing System</a:t>
            </a:r>
          </a:p>
        </p:txBody>
      </p:sp>
      <p:pic>
        <p:nvPicPr>
          <p:cNvPr id="15" name="Picture 14" descr="A hand on a keyboard&#10;&#10;AI-generated content may be incorrect.">
            <a:extLst>
              <a:ext uri="{FF2B5EF4-FFF2-40B4-BE49-F238E27FC236}">
                <a16:creationId xmlns:a16="http://schemas.microsoft.com/office/drawing/2014/main" id="{80609B8A-09EE-30FC-28ED-77B4A8D8131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287122" y="739241"/>
            <a:ext cx="3893361" cy="5624744"/>
          </a:xfrm>
          <a:prstGeom prst="rect">
            <a:avLst/>
          </a:prstGeom>
        </p:spPr>
      </p:pic>
      <p:sp>
        <p:nvSpPr>
          <p:cNvPr id="17" name="TextBox 16">
            <a:extLst>
              <a:ext uri="{FF2B5EF4-FFF2-40B4-BE49-F238E27FC236}">
                <a16:creationId xmlns:a16="http://schemas.microsoft.com/office/drawing/2014/main" id="{0C708D36-34FE-E36D-8F43-EE653F7D604E}"/>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 of 15</a:t>
            </a:r>
          </a:p>
        </p:txBody>
      </p:sp>
    </p:spTree>
    <p:extLst>
      <p:ext uri="{BB962C8B-B14F-4D97-AF65-F5344CB8AC3E}">
        <p14:creationId xmlns:p14="http://schemas.microsoft.com/office/powerpoint/2010/main" val="2596695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D04A1-425C-6888-A1CD-2E93E154CD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C466F11-F927-1DC8-4C0D-31268D06C460}"/>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4B374D3D-3897-4F34-A94F-AB8E9ACA11BE}"/>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774B5632-20A7-D8D3-8CB8-A89173417F29}"/>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903CA0-E0EB-167D-9F6E-654FC7EA6CAD}"/>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F8DD7A-D3EE-1ABB-95C9-E91C1876EB3D}"/>
              </a:ext>
            </a:extLst>
          </p:cNvPr>
          <p:cNvSpPr txBox="1"/>
          <p:nvPr/>
        </p:nvSpPr>
        <p:spPr>
          <a:xfrm>
            <a:off x="261472" y="1564986"/>
            <a:ext cx="5474466" cy="4892750"/>
          </a:xfrm>
          <a:prstGeom prst="rect">
            <a:avLst/>
          </a:prstGeom>
          <a:noFill/>
        </p:spPr>
        <p:txBody>
          <a:bodyPr wrap="square">
            <a:spAutoFit/>
          </a:bodyPr>
          <a:lstStyle/>
          <a:p>
            <a:pPr>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Developed a centralized, user-friendly dashboard to streamline IT ticketing workflows across three Clemson campuses.	</a:t>
            </a:r>
          </a:p>
          <a:p>
            <a:pPr>
              <a:lnSpc>
                <a:spcPct val="150000"/>
              </a:lnSpc>
            </a:pPr>
            <a:r>
              <a:rPr lang="en-US" sz="1500" b="1">
                <a:latin typeface="Tahoma" panose="020B0604030504040204" pitchFamily="34" charset="0"/>
                <a:ea typeface="Tahoma" panose="020B0604030504040204" pitchFamily="34" charset="0"/>
                <a:cs typeface="Tahoma" panose="020B0604030504040204" pitchFamily="34" charset="0"/>
              </a:rPr>
              <a:t> Key goals we focused on:</a:t>
            </a:r>
            <a:r>
              <a:rPr lang="en-US" sz="1500">
                <a:latin typeface="Tahoma" panose="020B0604030504040204" pitchFamily="34" charset="0"/>
                <a:ea typeface="Tahoma" panose="020B0604030504040204" pitchFamily="34" charset="0"/>
                <a:cs typeface="Tahoma" panose="020B0604030504040204" pitchFamily="34" charset="0"/>
              </a:rPr>
              <a:t>		</a:t>
            </a:r>
          </a:p>
          <a:p>
            <a:pPr marL="285750"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Increase user satisfaction with the new dashboard by 40%</a:t>
            </a:r>
          </a:p>
          <a:p>
            <a:pPr marL="285750"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Ensure full integration of the new dashboard by </a:t>
            </a:r>
            <a:r>
              <a:rPr lang="en-US" sz="1500" b="1">
                <a:latin typeface="Tahoma" panose="020B0604030504040204" pitchFamily="34" charset="0"/>
                <a:ea typeface="Tahoma" panose="020B0604030504040204" pitchFamily="34" charset="0"/>
                <a:cs typeface="Tahoma" panose="020B0604030504040204" pitchFamily="34" charset="0"/>
              </a:rPr>
              <a:t>May 1st, 2025</a:t>
            </a:r>
          </a:p>
          <a:p>
            <a:pPr marL="285750"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Conducted stakeholder meetings with IT Help Desk staff, directors, and managers to gather feedback and align functionalities with user needs.	</a:t>
            </a:r>
          </a:p>
          <a:p>
            <a:pPr marL="285750"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Ensured the dashboard was </a:t>
            </a:r>
            <a:r>
              <a:rPr lang="en-US" sz="1500" b="1">
                <a:latin typeface="Tahoma" panose="020B0604030504040204" pitchFamily="34" charset="0"/>
                <a:ea typeface="Tahoma" panose="020B0604030504040204" pitchFamily="34" charset="0"/>
                <a:cs typeface="Tahoma" panose="020B0604030504040204" pitchFamily="34" charset="0"/>
              </a:rPr>
              <a:t>compatible</a:t>
            </a:r>
            <a:r>
              <a:rPr lang="en-US" sz="1500">
                <a:latin typeface="Tahoma" panose="020B0604030504040204" pitchFamily="34" charset="0"/>
                <a:ea typeface="Tahoma" panose="020B0604030504040204" pitchFamily="34" charset="0"/>
                <a:cs typeface="Tahoma" panose="020B0604030504040204" pitchFamily="34" charset="0"/>
              </a:rPr>
              <a:t> with existing software systems and easy to learn.		</a:t>
            </a:r>
          </a:p>
          <a:p>
            <a:pPr marL="285750"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Aligned timeline and features with the mission to deliver a fully functional system by the target deadline</a:t>
            </a:r>
          </a:p>
        </p:txBody>
      </p:sp>
      <p:pic>
        <p:nvPicPr>
          <p:cNvPr id="11" name="Picture 10">
            <a:extLst>
              <a:ext uri="{FF2B5EF4-FFF2-40B4-BE49-F238E27FC236}">
                <a16:creationId xmlns:a16="http://schemas.microsoft.com/office/drawing/2014/main" id="{50106258-1277-04B6-AFE9-BC28FA7DFAFD}"/>
              </a:ext>
            </a:extLst>
          </p:cNvPr>
          <p:cNvPicPr>
            <a:picLocks noChangeAspect="1"/>
          </p:cNvPicPr>
          <p:nvPr/>
        </p:nvPicPr>
        <p:blipFill>
          <a:blip r:embed="rId4"/>
          <a:srcRect b="7868"/>
          <a:stretch/>
        </p:blipFill>
        <p:spPr>
          <a:xfrm>
            <a:off x="6446781" y="1764479"/>
            <a:ext cx="5228212" cy="4493763"/>
          </a:xfrm>
          <a:prstGeom prst="rect">
            <a:avLst/>
          </a:prstGeom>
          <a:ln>
            <a:solidFill>
              <a:schemeClr val="tx1"/>
            </a:solidFill>
          </a:ln>
        </p:spPr>
      </p:pic>
      <p:sp>
        <p:nvSpPr>
          <p:cNvPr id="13" name="TextBox 12">
            <a:extLst>
              <a:ext uri="{FF2B5EF4-FFF2-40B4-BE49-F238E27FC236}">
                <a16:creationId xmlns:a16="http://schemas.microsoft.com/office/drawing/2014/main" id="{04AF3268-D328-13EE-251D-0F7DEC8B27D0}"/>
              </a:ext>
            </a:extLst>
          </p:cNvPr>
          <p:cNvSpPr txBox="1"/>
          <p:nvPr/>
        </p:nvSpPr>
        <p:spPr>
          <a:xfrm>
            <a:off x="267561" y="787860"/>
            <a:ext cx="11598123"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Incorporating Mission Statement</a:t>
            </a:r>
          </a:p>
        </p:txBody>
      </p:sp>
      <p:sp>
        <p:nvSpPr>
          <p:cNvPr id="4" name="TextBox 3">
            <a:extLst>
              <a:ext uri="{FF2B5EF4-FFF2-40B4-BE49-F238E27FC236}">
                <a16:creationId xmlns:a16="http://schemas.microsoft.com/office/drawing/2014/main" id="{2EBD4273-AA02-1ED5-B49F-FFFF7423395D}"/>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2 of 15</a:t>
            </a:r>
          </a:p>
        </p:txBody>
      </p:sp>
    </p:spTree>
    <p:extLst>
      <p:ext uri="{BB962C8B-B14F-4D97-AF65-F5344CB8AC3E}">
        <p14:creationId xmlns:p14="http://schemas.microsoft.com/office/powerpoint/2010/main" val="1819054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069EC-824F-FBE3-85C0-BC6737F4BB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1C849A-1CF7-2040-012F-89C950461380}"/>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04859A88-A934-F233-5582-976BBB491911}"/>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FA3542D7-0946-93B4-1E74-BF83559EA9BA}"/>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58E615D-F18F-20EB-9949-90652FF3DB74}"/>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FCC36BD-45CC-4B8B-36C9-99D777148D96}"/>
              </a:ext>
            </a:extLst>
          </p:cNvPr>
          <p:cNvSpPr txBox="1"/>
          <p:nvPr/>
        </p:nvSpPr>
        <p:spPr>
          <a:xfrm>
            <a:off x="267562" y="787860"/>
            <a:ext cx="11764184"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Findings of Needs Analysis</a:t>
            </a:r>
          </a:p>
        </p:txBody>
      </p:sp>
      <p:graphicFrame>
        <p:nvGraphicFramePr>
          <p:cNvPr id="13" name="Table 12">
            <a:extLst>
              <a:ext uri="{FF2B5EF4-FFF2-40B4-BE49-F238E27FC236}">
                <a16:creationId xmlns:a16="http://schemas.microsoft.com/office/drawing/2014/main" id="{E69580EA-7A2B-451A-57FF-7FA3EA536057}"/>
              </a:ext>
            </a:extLst>
          </p:cNvPr>
          <p:cNvGraphicFramePr>
            <a:graphicFrameLocks noGrp="1"/>
          </p:cNvGraphicFramePr>
          <p:nvPr>
            <p:extLst>
              <p:ext uri="{D42A27DB-BD31-4B8C-83A1-F6EECF244321}">
                <p14:modId xmlns:p14="http://schemas.microsoft.com/office/powerpoint/2010/main" val="3762686490"/>
              </p:ext>
            </p:extLst>
          </p:nvPr>
        </p:nvGraphicFramePr>
        <p:xfrm>
          <a:off x="4594207" y="1608705"/>
          <a:ext cx="7511903" cy="4035601"/>
        </p:xfrm>
        <a:graphic>
          <a:graphicData uri="http://schemas.openxmlformats.org/drawingml/2006/table">
            <a:tbl>
              <a:tblPr/>
              <a:tblGrid>
                <a:gridCol w="5083524">
                  <a:extLst>
                    <a:ext uri="{9D8B030D-6E8A-4147-A177-3AD203B41FA5}">
                      <a16:colId xmlns:a16="http://schemas.microsoft.com/office/drawing/2014/main" val="3783354082"/>
                    </a:ext>
                  </a:extLst>
                </a:gridCol>
                <a:gridCol w="2428379">
                  <a:extLst>
                    <a:ext uri="{9D8B030D-6E8A-4147-A177-3AD203B41FA5}">
                      <a16:colId xmlns:a16="http://schemas.microsoft.com/office/drawing/2014/main" val="3357116468"/>
                    </a:ext>
                  </a:extLst>
                </a:gridCol>
              </a:tblGrid>
              <a:tr h="588923">
                <a:tc>
                  <a:txBody>
                    <a:bodyPr/>
                    <a:lstStyle/>
                    <a:p>
                      <a:pPr algn="ctr" fontAlgn="b">
                        <a:lnSpc>
                          <a:spcPct val="150000"/>
                        </a:lnSpc>
                      </a:pPr>
                      <a:r>
                        <a:rPr lang="en-US" sz="1400" b="1" i="0" u="none" strike="noStrike">
                          <a:solidFill>
                            <a:srgbClr val="000000"/>
                          </a:solidFill>
                          <a:effectLst/>
                          <a:latin typeface="Tahoma" panose="020B0604030504040204" pitchFamily="34" charset="0"/>
                        </a:rPr>
                        <a:t>Need Statements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1" i="0" u="none" strike="noStrike">
                          <a:solidFill>
                            <a:srgbClr val="000000"/>
                          </a:solidFill>
                          <a:effectLst/>
                          <a:latin typeface="Tahoma" panose="020B0604030504040204" pitchFamily="34" charset="0"/>
                        </a:rPr>
                        <a:t>Imp Survey Ratings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3384653"/>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provides an intuitive, distraction-free interface.</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979485"/>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accommodates diverse roles and accessibility.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5179045"/>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allows comprehensive ticket management workflows.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4.2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5320912"/>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provides powerful ticket search capabilities.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3584607"/>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manages accidental tickets efficiently.</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058519"/>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supports task prioritization and organization.</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956489"/>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facilitates communication and collaboration across teams.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4487945"/>
                  </a:ext>
                </a:extLst>
              </a:tr>
              <a:tr h="378464">
                <a:tc>
                  <a:txBody>
                    <a:bodyPr/>
                    <a:lstStyle/>
                    <a:p>
                      <a:pPr algn="ctr" fontAlgn="b">
                        <a:lnSpc>
                          <a:spcPct val="150000"/>
                        </a:lnSpc>
                      </a:pPr>
                      <a:r>
                        <a:rPr lang="en-US" sz="1400" b="0" i="0" u="none" strike="noStrike">
                          <a:solidFill>
                            <a:srgbClr val="000000"/>
                          </a:solidFill>
                          <a:effectLst/>
                          <a:latin typeface="Tahoma" panose="020B0604030504040204" pitchFamily="34" charset="0"/>
                        </a:rPr>
                        <a:t>The system enables customization and system integrations.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lnSpc>
                          <a:spcPct val="150000"/>
                        </a:lnSpc>
                      </a:pPr>
                      <a:r>
                        <a:rPr lang="en-US" sz="1400" b="0" i="0" u="none" strike="noStrike">
                          <a:solidFill>
                            <a:srgbClr val="000000"/>
                          </a:solidFill>
                          <a:effectLst/>
                          <a:latin typeface="Tahoma" panose="020B0604030504040204" pitchFamily="34" charset="0"/>
                        </a:rPr>
                        <a:t>3.6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552227"/>
                  </a:ext>
                </a:extLst>
              </a:tr>
            </a:tbl>
          </a:graphicData>
        </a:graphic>
      </p:graphicFrame>
      <p:sp>
        <p:nvSpPr>
          <p:cNvPr id="14" name="Rectangle 13">
            <a:extLst>
              <a:ext uri="{FF2B5EF4-FFF2-40B4-BE49-F238E27FC236}">
                <a16:creationId xmlns:a16="http://schemas.microsoft.com/office/drawing/2014/main" id="{D8FBC679-3AC2-17AF-C13E-7CF6557D5360}"/>
              </a:ext>
            </a:extLst>
          </p:cNvPr>
          <p:cNvSpPr/>
          <p:nvPr/>
        </p:nvSpPr>
        <p:spPr>
          <a:xfrm>
            <a:off x="4668569" y="2992069"/>
            <a:ext cx="7363177" cy="6143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881980A-8C79-F478-DD8D-D2B3BC21EEB0}"/>
              </a:ext>
            </a:extLst>
          </p:cNvPr>
          <p:cNvSpPr txBox="1"/>
          <p:nvPr/>
        </p:nvSpPr>
        <p:spPr>
          <a:xfrm>
            <a:off x="351920" y="1608705"/>
            <a:ext cx="4018889" cy="4546501"/>
          </a:xfrm>
          <a:prstGeom prst="rect">
            <a:avLst/>
          </a:prstGeom>
          <a:noFill/>
          <a:ln>
            <a:solidFill>
              <a:schemeClr val="tx1"/>
            </a:solidFill>
          </a:ln>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Semi-structured</a:t>
            </a: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interviews were conducted with 10 participants, including IT Help Desk staff, managers, and Directors.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500">
                <a:latin typeface="Tahoma" panose="020B0604030504040204" pitchFamily="34" charset="0"/>
                <a:ea typeface="Tahoma" panose="020B0604030504040204" pitchFamily="34" charset="0"/>
                <a:cs typeface="Tahoma" panose="020B0604030504040204" pitchFamily="34" charset="0"/>
              </a:rPr>
              <a:t>The identified needs were then organized into a “</a:t>
            </a:r>
            <a:r>
              <a:rPr lang="en-US" altLang="en-US" sz="1500" b="1">
                <a:latin typeface="Tahoma" panose="020B0604030504040204" pitchFamily="34" charset="0"/>
                <a:ea typeface="Tahoma" panose="020B0604030504040204" pitchFamily="34" charset="0"/>
                <a:cs typeface="Tahoma" panose="020B0604030504040204" pitchFamily="34" charset="0"/>
              </a:rPr>
              <a:t>Hierarchical list of needs</a:t>
            </a:r>
            <a:r>
              <a:rPr lang="en-US" altLang="en-US" sz="1500">
                <a:latin typeface="Tahoma" panose="020B0604030504040204" pitchFamily="34" charset="0"/>
                <a:ea typeface="Tahoma" panose="020B0604030504040204" pitchFamily="34" charset="0"/>
                <a:cs typeface="Tahoma" panose="020B060403050404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needs were then grouped into eight subgroups of pri</a:t>
            </a:r>
            <a:r>
              <a:rPr lang="en-US" altLang="en-US" sz="1500">
                <a:latin typeface="Tahoma" panose="020B0604030504040204" pitchFamily="34" charset="0"/>
                <a:ea typeface="Tahoma" panose="020B0604030504040204" pitchFamily="34" charset="0"/>
                <a:cs typeface="Tahoma" panose="020B0604030504040204" pitchFamily="34" charset="0"/>
              </a:rPr>
              <a:t>mary need statements.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After conducting the </a:t>
            </a:r>
            <a:r>
              <a:rPr kumimoji="0" lang="en-US" altLang="en-US" sz="15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i</a:t>
            </a:r>
            <a:r>
              <a:rPr lang="en-US" altLang="en-US" sz="1500" b="1">
                <a:latin typeface="Tahoma" panose="020B0604030504040204" pitchFamily="34" charset="0"/>
                <a:ea typeface="Tahoma" panose="020B0604030504040204" pitchFamily="34" charset="0"/>
                <a:cs typeface="Tahoma" panose="020B0604030504040204" pitchFamily="34" charset="0"/>
              </a:rPr>
              <a:t>mportance survey</a:t>
            </a:r>
            <a:r>
              <a:rPr lang="en-US" altLang="en-US" sz="1500">
                <a:latin typeface="Tahoma" panose="020B0604030504040204" pitchFamily="34" charset="0"/>
                <a:ea typeface="Tahoma" panose="020B0604030504040204" pitchFamily="34" charset="0"/>
                <a:cs typeface="Tahoma" panose="020B0604030504040204" pitchFamily="34" charset="0"/>
              </a:rPr>
              <a:t>, eight final need statements were identified after considering statements rated above 3.0 average</a:t>
            </a:r>
            <a:endPar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lang="en-US" sz="150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23F6E4C6-91A2-DD7F-4335-AE66174FCBDD}"/>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3 of 15</a:t>
            </a:r>
          </a:p>
        </p:txBody>
      </p:sp>
    </p:spTree>
    <p:extLst>
      <p:ext uri="{BB962C8B-B14F-4D97-AF65-F5344CB8AC3E}">
        <p14:creationId xmlns:p14="http://schemas.microsoft.com/office/powerpoint/2010/main" val="233091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ACD3C-5F60-4A3F-B5E7-DC5E09220F66}"/>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0D9A5B8-BB52-A8E5-B4E7-A510C4398F27}"/>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close up of a logo&#10;&#10;AI-generated content may be incorrect.">
            <a:extLst>
              <a:ext uri="{FF2B5EF4-FFF2-40B4-BE49-F238E27FC236}">
                <a16:creationId xmlns:a16="http://schemas.microsoft.com/office/drawing/2014/main" id="{A63F624C-435B-B501-B0A4-A12B9F696C03}"/>
              </a:ext>
            </a:extLst>
          </p:cNvPr>
          <p:cNvPicPr>
            <a:picLocks noChangeAspect="1"/>
          </p:cNvPicPr>
          <p:nvPr/>
        </p:nvPicPr>
        <p:blipFill>
          <a:blip r:embed="rId3"/>
          <a:stretch>
            <a:fillRect/>
          </a:stretch>
        </p:blipFill>
        <p:spPr>
          <a:xfrm>
            <a:off x="10174702" y="-12515"/>
            <a:ext cx="1931409" cy="487110"/>
          </a:xfrm>
          <a:prstGeom prst="rect">
            <a:avLst/>
          </a:prstGeom>
        </p:spPr>
      </p:pic>
      <p:sp>
        <p:nvSpPr>
          <p:cNvPr id="16" name="Rectangle 15">
            <a:extLst>
              <a:ext uri="{FF2B5EF4-FFF2-40B4-BE49-F238E27FC236}">
                <a16:creationId xmlns:a16="http://schemas.microsoft.com/office/drawing/2014/main" id="{8DF7ABCB-D1F0-3EA2-AABF-93472C29997C}"/>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B7DE2B5-F3BD-C46C-38F9-5F289742480A}"/>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a:extLst>
              <a:ext uri="{FF2B5EF4-FFF2-40B4-BE49-F238E27FC236}">
                <a16:creationId xmlns:a16="http://schemas.microsoft.com/office/drawing/2014/main" id="{696C37FD-4370-5D65-E5C1-0E12839172E8}"/>
              </a:ext>
            </a:extLst>
          </p:cNvPr>
          <p:cNvGraphicFramePr>
            <a:graphicFrameLocks noGrp="1"/>
          </p:cNvGraphicFramePr>
          <p:nvPr>
            <p:extLst>
              <p:ext uri="{D42A27DB-BD31-4B8C-83A1-F6EECF244321}">
                <p14:modId xmlns:p14="http://schemas.microsoft.com/office/powerpoint/2010/main" val="2179204272"/>
              </p:ext>
            </p:extLst>
          </p:nvPr>
        </p:nvGraphicFramePr>
        <p:xfrm>
          <a:off x="1418432" y="1471657"/>
          <a:ext cx="9355136" cy="4914402"/>
        </p:xfrm>
        <a:graphic>
          <a:graphicData uri="http://schemas.openxmlformats.org/drawingml/2006/table">
            <a:tbl>
              <a:tblPr>
                <a:tableStyleId>{9D7B26C5-4107-4FEC-AEDC-1716B250A1EF}</a:tableStyleId>
              </a:tblPr>
              <a:tblGrid>
                <a:gridCol w="1005759">
                  <a:extLst>
                    <a:ext uri="{9D8B030D-6E8A-4147-A177-3AD203B41FA5}">
                      <a16:colId xmlns:a16="http://schemas.microsoft.com/office/drawing/2014/main" val="1616163495"/>
                    </a:ext>
                  </a:extLst>
                </a:gridCol>
                <a:gridCol w="2872674">
                  <a:extLst>
                    <a:ext uri="{9D8B030D-6E8A-4147-A177-3AD203B41FA5}">
                      <a16:colId xmlns:a16="http://schemas.microsoft.com/office/drawing/2014/main" val="853713317"/>
                    </a:ext>
                  </a:extLst>
                </a:gridCol>
                <a:gridCol w="855024">
                  <a:extLst>
                    <a:ext uri="{9D8B030D-6E8A-4147-A177-3AD203B41FA5}">
                      <a16:colId xmlns:a16="http://schemas.microsoft.com/office/drawing/2014/main" val="2251616523"/>
                    </a:ext>
                  </a:extLst>
                </a:gridCol>
                <a:gridCol w="1104405">
                  <a:extLst>
                    <a:ext uri="{9D8B030D-6E8A-4147-A177-3AD203B41FA5}">
                      <a16:colId xmlns:a16="http://schemas.microsoft.com/office/drawing/2014/main" val="1457052038"/>
                    </a:ext>
                  </a:extLst>
                </a:gridCol>
                <a:gridCol w="789360">
                  <a:extLst>
                    <a:ext uri="{9D8B030D-6E8A-4147-A177-3AD203B41FA5}">
                      <a16:colId xmlns:a16="http://schemas.microsoft.com/office/drawing/2014/main" val="4041763616"/>
                    </a:ext>
                  </a:extLst>
                </a:gridCol>
                <a:gridCol w="1345000">
                  <a:extLst>
                    <a:ext uri="{9D8B030D-6E8A-4147-A177-3AD203B41FA5}">
                      <a16:colId xmlns:a16="http://schemas.microsoft.com/office/drawing/2014/main" val="1712802532"/>
                    </a:ext>
                  </a:extLst>
                </a:gridCol>
                <a:gridCol w="1382914">
                  <a:extLst>
                    <a:ext uri="{9D8B030D-6E8A-4147-A177-3AD203B41FA5}">
                      <a16:colId xmlns:a16="http://schemas.microsoft.com/office/drawing/2014/main" val="3940256811"/>
                    </a:ext>
                  </a:extLst>
                </a:gridCol>
              </a:tblGrid>
              <a:tr h="472045">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Metric No.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Metric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Units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350"/>
                        </a:lnSpc>
                        <a:spcBef>
                          <a:spcPts val="360"/>
                        </a:spcBef>
                        <a:spcAft>
                          <a:spcPts val="36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Need Nos.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Imp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Ideal </a:t>
                      </a:r>
                    </a:p>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Value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Marginal </a:t>
                      </a:r>
                    </a:p>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Value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653919"/>
                  </a:ext>
                </a:extLst>
              </a:tr>
              <a:tr h="901132">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1 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User satisfaction score for intuitiveness (1= the least intuitive and 5= most intuitive)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Score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275"/>
                        </a:lnSpc>
                        <a:spcBef>
                          <a:spcPts val="360"/>
                        </a:spcBef>
                        <a:spcAft>
                          <a:spcPts val="36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1, 16 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L>
                      <a:noFill/>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5 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&gt;=3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19067314"/>
                  </a:ext>
                </a:extLst>
              </a:tr>
              <a:tr h="901132">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Average Time taken to complete a standard navigation task (e.g., find a specific feature)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1, 16 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&lt;15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&lt;50</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extLst>
                  <a:ext uri="{0D108BD9-81ED-4DB2-BD59-A6C34878D82A}">
                    <a16:rowId xmlns:a16="http://schemas.microsoft.com/office/drawing/2014/main" val="1375064956"/>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Average Time taken to access the status link  (high priority, low priority)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marL="0" marR="0" lvl="0" indent="0" algn="ctr" defTabSz="914400" rtl="0" eaLnBrk="1" fontAlgn="base" latinLnBrk="0" hangingPunct="1">
                        <a:lnSpc>
                          <a:spcPts val="1350"/>
                        </a:lnSpc>
                        <a:spcBef>
                          <a:spcPts val="360"/>
                        </a:spcBef>
                        <a:spcAft>
                          <a:spcPts val="360"/>
                        </a:spcAft>
                        <a:buClrTx/>
                        <a:buSzTx/>
                        <a:buFontTx/>
                        <a:buNone/>
                        <a:tabLst/>
                        <a:defRPr/>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2, 9, 15</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100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&gt;=70 </a:t>
                      </a:r>
                    </a:p>
                  </a:txBody>
                  <a:tcPr marL="54695" marR="54695" marT="27347" marB="27347" anchor="ctr"/>
                </a:tc>
                <a:extLst>
                  <a:ext uri="{0D108BD9-81ED-4DB2-BD59-A6C34878D82A}">
                    <a16:rowId xmlns:a16="http://schemas.microsoft.com/office/drawing/2014/main" val="2468398909"/>
                  </a:ext>
                </a:extLst>
              </a:tr>
              <a:tr h="771207">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users who complete role-specific tasks error-free within 2 minutes.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of users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&gt;= 95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&gt;=60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403490263"/>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tickets filtered correctly (out of 20).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=95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&gt;=70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056571251"/>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22 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users  completing 5 core tasks without assistance within 45 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16 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=100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&gt;=70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79204150"/>
                  </a:ext>
                </a:extLst>
              </a:tr>
            </a:tbl>
          </a:graphicData>
        </a:graphic>
      </p:graphicFrame>
      <p:sp>
        <p:nvSpPr>
          <p:cNvPr id="19" name="TextBox 18">
            <a:extLst>
              <a:ext uri="{FF2B5EF4-FFF2-40B4-BE49-F238E27FC236}">
                <a16:creationId xmlns:a16="http://schemas.microsoft.com/office/drawing/2014/main" id="{7F7BDD39-0331-D1E6-38D5-74DFB3C6F939}"/>
              </a:ext>
            </a:extLst>
          </p:cNvPr>
          <p:cNvSpPr txBox="1"/>
          <p:nvPr/>
        </p:nvSpPr>
        <p:spPr>
          <a:xfrm>
            <a:off x="267561" y="787860"/>
            <a:ext cx="11433255"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Developed Target Specifications</a:t>
            </a:r>
          </a:p>
        </p:txBody>
      </p:sp>
      <p:sp>
        <p:nvSpPr>
          <p:cNvPr id="23" name="TextBox 22">
            <a:extLst>
              <a:ext uri="{FF2B5EF4-FFF2-40B4-BE49-F238E27FC236}">
                <a16:creationId xmlns:a16="http://schemas.microsoft.com/office/drawing/2014/main" id="{B23C6599-95E2-C66F-0ED2-E6F9EC7C0A9E}"/>
              </a:ext>
            </a:extLst>
          </p:cNvPr>
          <p:cNvSpPr txBox="1"/>
          <p:nvPr/>
        </p:nvSpPr>
        <p:spPr>
          <a:xfrm>
            <a:off x="11060708" y="6390538"/>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4 of 15</a:t>
            </a:r>
          </a:p>
        </p:txBody>
      </p:sp>
    </p:spTree>
    <p:extLst>
      <p:ext uri="{BB962C8B-B14F-4D97-AF65-F5344CB8AC3E}">
        <p14:creationId xmlns:p14="http://schemas.microsoft.com/office/powerpoint/2010/main" val="340988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D8813-B355-D99F-3B4C-5B502A8FAB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97A962-E408-420D-2131-37710C97E1B5}"/>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612D18B6-F44F-CE99-95CD-2BD9175FA3F8}"/>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5CC5E0E1-46C5-D862-68A7-114D30A45145}"/>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3A8EBB0-6C13-2561-86B3-172EAFD78F4C}"/>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8D06E6E-722B-D83F-0598-516D67FA1193}"/>
              </a:ext>
            </a:extLst>
          </p:cNvPr>
          <p:cNvSpPr txBox="1"/>
          <p:nvPr/>
        </p:nvSpPr>
        <p:spPr>
          <a:xfrm>
            <a:off x="361637" y="1567095"/>
            <a:ext cx="11451848" cy="45686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46AC8356-006C-5311-1D8C-A0D2D285B83C}"/>
              </a:ext>
            </a:extLst>
          </p:cNvPr>
          <p:cNvSpPr txBox="1"/>
          <p:nvPr/>
        </p:nvSpPr>
        <p:spPr>
          <a:xfrm>
            <a:off x="178005" y="1111356"/>
            <a:ext cx="11448349" cy="5238998"/>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marL="285750" indent="-285750">
              <a:lnSpc>
                <a:spcPct val="150000"/>
              </a:lnSpc>
              <a:buFont typeface="Arial" panose="020B0604020202020204" pitchFamily="34" charset="0"/>
              <a:buChar char="•"/>
            </a:pPr>
            <a:r>
              <a:rPr lang="en-US" sz="1500" b="1">
                <a:latin typeface="Tahoma" panose="020B0604030504040204" pitchFamily="34" charset="0"/>
                <a:ea typeface="Tahoma" panose="020B0604030504040204" pitchFamily="34" charset="0"/>
                <a:cs typeface="Tahoma" panose="020B0604030504040204" pitchFamily="34" charset="0"/>
              </a:rPr>
              <a:t>Key Metrics Evaluated</a:t>
            </a:r>
          </a:p>
          <a:p>
            <a:pPr marL="800100" lvl="1" indent="-342900">
              <a:lnSpc>
                <a:spcPct val="150000"/>
              </a:lnSpc>
              <a:buFont typeface="+mj-lt"/>
              <a:buAutoNum type="arabicPeriod"/>
            </a:pPr>
            <a:r>
              <a:rPr lang="en-US" sz="1500">
                <a:latin typeface="Tahoma" panose="020B0604030504040204" pitchFamily="34" charset="0"/>
                <a:ea typeface="Tahoma" panose="020B0604030504040204" pitchFamily="34" charset="0"/>
                <a:cs typeface="Tahoma" panose="020B0604030504040204" pitchFamily="34" charset="0"/>
              </a:rPr>
              <a:t>Average time to complete a standard navigation task (e.g., locating a specific feature)</a:t>
            </a:r>
          </a:p>
          <a:p>
            <a:pPr marL="800100" lvl="1" indent="-342900">
              <a:lnSpc>
                <a:spcPct val="150000"/>
              </a:lnSpc>
              <a:buFont typeface="+mj-lt"/>
              <a:buAutoNum type="arabicPeriod"/>
            </a:pPr>
            <a:r>
              <a:rPr lang="en-US" sz="1500">
                <a:latin typeface="Tahoma" panose="020B0604030504040204" pitchFamily="34" charset="0"/>
                <a:ea typeface="Tahoma" panose="020B0604030504040204" pitchFamily="34" charset="0"/>
                <a:cs typeface="Tahoma" panose="020B0604030504040204" pitchFamily="34" charset="0"/>
              </a:rPr>
              <a:t>Average time to access the status link (categorized as high/low priority)</a:t>
            </a:r>
          </a:p>
          <a:p>
            <a:pPr marL="800100" lvl="1" indent="-342900">
              <a:lnSpc>
                <a:spcPct val="150000"/>
              </a:lnSpc>
              <a:buFont typeface="+mj-lt"/>
              <a:buAutoNum type="arabicPeriod"/>
            </a:pPr>
            <a:r>
              <a:rPr lang="en-US" sz="1500">
                <a:latin typeface="Tahoma" panose="020B0604030504040204" pitchFamily="34" charset="0"/>
                <a:ea typeface="Tahoma" panose="020B0604030504040204" pitchFamily="34" charset="0"/>
                <a:cs typeface="Tahoma" panose="020B0604030504040204" pitchFamily="34" charset="0"/>
              </a:rPr>
              <a:t>User Satisfaction Score for system intuitiveness</a:t>
            </a:r>
          </a:p>
          <a:p>
            <a:pPr marL="285750" indent="-285750">
              <a:lnSpc>
                <a:spcPct val="150000"/>
              </a:lnSpc>
              <a:buFont typeface="Arial" panose="020B0604020202020204" pitchFamily="34" charset="0"/>
              <a:buChar char="•"/>
            </a:pPr>
            <a:endParaRPr lang="en-US" sz="150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en-US" sz="1500" b="1">
                <a:latin typeface="Tahoma" panose="020B0604030504040204" pitchFamily="34" charset="0"/>
                <a:ea typeface="Tahoma" panose="020B0604030504040204" pitchFamily="34" charset="0"/>
                <a:cs typeface="Tahoma" panose="020B0604030504040204" pitchFamily="34" charset="0"/>
              </a:rPr>
              <a:t>Key Stakeholder Feedback</a:t>
            </a:r>
          </a:p>
          <a:p>
            <a:pPr marL="742950" lvl="1"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Dashboard should prioritize displaying tickets</a:t>
            </a:r>
          </a:p>
          <a:p>
            <a:pPr marL="1200150" lvl="2"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Unresolved and in-progress tickets should be the primary focus of the home screen</a:t>
            </a:r>
          </a:p>
          <a:p>
            <a:pPr marL="1200150" lvl="2"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Other elements are secondary</a:t>
            </a:r>
          </a:p>
          <a:p>
            <a:pPr marL="742950" lvl="1"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Positive reception to several design elements</a:t>
            </a:r>
          </a:p>
          <a:p>
            <a:pPr marL="742950" lvl="1"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AI assistance was specifically highlighted as a valuable feature to retain</a:t>
            </a:r>
          </a:p>
          <a:p>
            <a:pPr marL="285750" indent="-285750">
              <a:lnSpc>
                <a:spcPct val="150000"/>
              </a:lnSpc>
              <a:buFont typeface="Arial" panose="020B0604020202020204" pitchFamily="34" charset="0"/>
              <a:buChar char="•"/>
            </a:pPr>
            <a:endParaRPr lang="en-US" sz="150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en-US" sz="1500" b="1">
                <a:latin typeface="Tahoma" panose="020B0604030504040204" pitchFamily="34" charset="0"/>
                <a:ea typeface="Tahoma" panose="020B0604030504040204" pitchFamily="34" charset="0"/>
                <a:cs typeface="Tahoma" panose="020B0604030504040204" pitchFamily="34" charset="0"/>
              </a:rPr>
              <a:t>Next Steps</a:t>
            </a:r>
          </a:p>
          <a:p>
            <a:pPr marL="742950" lvl="1"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Update home screen to prioritize tickets requiring attention</a:t>
            </a:r>
          </a:p>
          <a:p>
            <a:pPr marL="742950" lvl="1" indent="-285750">
              <a:lnSpc>
                <a:spcPct val="150000"/>
              </a:lnSpc>
              <a:buFont typeface="Arial" panose="020B0604020202020204" pitchFamily="34" charset="0"/>
              <a:buChar char="•"/>
            </a:pPr>
            <a:r>
              <a:rPr lang="en-US" sz="1500">
                <a:latin typeface="Tahoma" panose="020B0604030504040204" pitchFamily="34" charset="0"/>
                <a:ea typeface="Tahoma" panose="020B0604030504040204" pitchFamily="34" charset="0"/>
                <a:cs typeface="Tahoma" panose="020B0604030504040204" pitchFamily="34" charset="0"/>
              </a:rPr>
              <a:t>Retain and build upon positively received design elements</a:t>
            </a:r>
          </a:p>
        </p:txBody>
      </p:sp>
      <p:sp>
        <p:nvSpPr>
          <p:cNvPr id="10" name="TextBox 9">
            <a:extLst>
              <a:ext uri="{FF2B5EF4-FFF2-40B4-BE49-F238E27FC236}">
                <a16:creationId xmlns:a16="http://schemas.microsoft.com/office/drawing/2014/main" id="{D1B063E9-0DCF-6D6E-3C7B-162653936A00}"/>
              </a:ext>
            </a:extLst>
          </p:cNvPr>
          <p:cNvSpPr txBox="1"/>
          <p:nvPr/>
        </p:nvSpPr>
        <p:spPr>
          <a:xfrm>
            <a:off x="95439" y="639407"/>
            <a:ext cx="11718046"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Usability Test Summary</a:t>
            </a:r>
          </a:p>
        </p:txBody>
      </p:sp>
      <p:sp>
        <p:nvSpPr>
          <p:cNvPr id="17" name="TextBox 16">
            <a:extLst>
              <a:ext uri="{FF2B5EF4-FFF2-40B4-BE49-F238E27FC236}">
                <a16:creationId xmlns:a16="http://schemas.microsoft.com/office/drawing/2014/main" id="{74C2A694-ADB7-FCC1-9DDB-91D29343AF82}"/>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5 of 15</a:t>
            </a:r>
          </a:p>
        </p:txBody>
      </p:sp>
    </p:spTree>
    <p:extLst>
      <p:ext uri="{BB962C8B-B14F-4D97-AF65-F5344CB8AC3E}">
        <p14:creationId xmlns:p14="http://schemas.microsoft.com/office/powerpoint/2010/main" val="1185341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C6777-880F-130E-33A7-00C8FF59D7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0C0FB93-A8F6-66A5-4337-C88E80D07536}"/>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C9D7CFB0-0C5C-349C-0C99-3BC8A2858109}"/>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DBCB33AA-5BD6-0CF8-F022-4147B3D2BDB9}"/>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CE5E09-698C-B3F6-F091-9C8EE929B444}"/>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19ABCBF-1936-E802-569A-D3BF4B2758A8}"/>
              </a:ext>
            </a:extLst>
          </p:cNvPr>
          <p:cNvSpPr txBox="1"/>
          <p:nvPr/>
        </p:nvSpPr>
        <p:spPr>
          <a:xfrm>
            <a:off x="267562" y="787860"/>
            <a:ext cx="11655755" cy="477054"/>
          </a:xfrm>
          <a:prstGeom prst="rect">
            <a:avLst/>
          </a:prstGeom>
          <a:noFill/>
        </p:spPr>
        <p:txBody>
          <a:bodyPr wrap="none" rtlCol="0">
            <a:spAutoFit/>
          </a:bodyPr>
          <a:lstStyle/>
          <a:p>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Examples of stakeholder's interactions being integrated in final concept</a:t>
            </a:r>
          </a:p>
        </p:txBody>
      </p:sp>
      <p:pic>
        <p:nvPicPr>
          <p:cNvPr id="3" name="Content Placeholder 8" descr="A person in a blue shirt&#10;&#10;AI-generated content may be incorrect.">
            <a:extLst>
              <a:ext uri="{FF2B5EF4-FFF2-40B4-BE49-F238E27FC236}">
                <a16:creationId xmlns:a16="http://schemas.microsoft.com/office/drawing/2014/main" id="{3FA8320A-C38E-3BAE-876E-FDF7D65808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79860" y="1747966"/>
            <a:ext cx="3205367" cy="4156411"/>
          </a:xfrm>
          <a:prstGeom prst="rect">
            <a:avLst/>
          </a:prstGeom>
          <a:noFill/>
          <a:ln w="9525">
            <a:solidFill>
              <a:schemeClr val="tx1"/>
            </a:solidFill>
            <a:miter lim="800000"/>
            <a:headEnd/>
            <a:tailEnd/>
          </a:ln>
        </p:spPr>
      </p:pic>
      <p:pic>
        <p:nvPicPr>
          <p:cNvPr id="11" name="Picture 10">
            <a:extLst>
              <a:ext uri="{FF2B5EF4-FFF2-40B4-BE49-F238E27FC236}">
                <a16:creationId xmlns:a16="http://schemas.microsoft.com/office/drawing/2014/main" id="{C7B23D6F-A398-2333-804B-0A34B55D45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64671" y="1731523"/>
            <a:ext cx="5413210" cy="4327226"/>
          </a:xfrm>
          <a:prstGeom prst="rect">
            <a:avLst/>
          </a:prstGeom>
          <a:ln>
            <a:solidFill>
              <a:schemeClr val="tx1"/>
            </a:solidFill>
          </a:ln>
        </p:spPr>
      </p:pic>
      <p:sp>
        <p:nvSpPr>
          <p:cNvPr id="13" name="TextBox 12">
            <a:extLst>
              <a:ext uri="{FF2B5EF4-FFF2-40B4-BE49-F238E27FC236}">
                <a16:creationId xmlns:a16="http://schemas.microsoft.com/office/drawing/2014/main" id="{1EF845CA-83C4-298C-5749-DC29E09BF72D}"/>
              </a:ext>
            </a:extLst>
          </p:cNvPr>
          <p:cNvSpPr txBox="1"/>
          <p:nvPr/>
        </p:nvSpPr>
        <p:spPr>
          <a:xfrm>
            <a:off x="9157325" y="1731523"/>
            <a:ext cx="2765991" cy="2400657"/>
          </a:xfrm>
          <a:prstGeom prst="rect">
            <a:avLst/>
          </a:prstGeom>
          <a:noFill/>
          <a:ln>
            <a:solidFill>
              <a:schemeClr val="tx1"/>
            </a:solidFill>
          </a:ln>
        </p:spPr>
        <p:txBody>
          <a:bodyPr wrap="square" rtlCol="0">
            <a:spAutoFit/>
          </a:bodyPr>
          <a:lstStyle/>
          <a:p>
            <a:pPr marR="0" lvl="0" algn="l" defTabSz="914400" rtl="0" eaLnBrk="0" fontAlgn="base" latinLnBrk="0" hangingPunct="0">
              <a:spcBef>
                <a:spcPct val="0"/>
              </a:spcBef>
              <a:spcAft>
                <a:spcPct val="0"/>
              </a:spcAft>
              <a:buClrTx/>
              <a:buSzTx/>
              <a:tabLst/>
            </a:pPr>
            <a:r>
              <a:rPr lang="en-US" sz="1500">
                <a:latin typeface="Tahoma" panose="020B0604030504040204" pitchFamily="34" charset="0"/>
                <a:ea typeface="Tahoma" panose="020B0604030504040204" pitchFamily="34" charset="0"/>
                <a:cs typeface="Tahoma" panose="020B0604030504040204" pitchFamily="34" charset="0"/>
              </a:rPr>
              <a:t>1. Organized ticket “buckets” for rapid triage.</a:t>
            </a:r>
          </a:p>
          <a:p>
            <a:pPr marR="0" lvl="0" algn="l" defTabSz="914400" rtl="0" eaLnBrk="0" fontAlgn="base" latinLnBrk="0" hangingPunct="0">
              <a:spcBef>
                <a:spcPct val="0"/>
              </a:spcBef>
              <a:spcAft>
                <a:spcPct val="0"/>
              </a:spcAft>
              <a:buClrTx/>
              <a:buSzTx/>
              <a:tabLst/>
            </a:pPr>
            <a:r>
              <a:rPr lang="en-US" sz="1500">
                <a:latin typeface="Tahoma" panose="020B0604030504040204" pitchFamily="34" charset="0"/>
                <a:ea typeface="Tahoma" panose="020B0604030504040204" pitchFamily="34" charset="0"/>
                <a:cs typeface="Tahoma" panose="020B0604030504040204" pitchFamily="34" charset="0"/>
              </a:rPr>
              <a:t>2. Clear, transparent task visibility for the whole team.</a:t>
            </a:r>
          </a:p>
          <a:p>
            <a:pPr marR="0" lvl="0" algn="l" defTabSz="914400" rtl="0" eaLnBrk="0" fontAlgn="base" latinLnBrk="0" hangingPunct="0">
              <a:spcBef>
                <a:spcPct val="0"/>
              </a:spcBef>
              <a:spcAft>
                <a:spcPct val="0"/>
              </a:spcAft>
              <a:buClrTx/>
              <a:buSzTx/>
              <a:tabLst/>
            </a:pPr>
            <a:r>
              <a:rPr lang="en-US" sz="1500">
                <a:latin typeface="Tahoma" panose="020B0604030504040204" pitchFamily="34" charset="0"/>
                <a:ea typeface="Tahoma" panose="020B0604030504040204" pitchFamily="34" charset="0"/>
                <a:cs typeface="Tahoma" panose="020B0604030504040204" pitchFamily="34" charset="0"/>
              </a:rPr>
              <a:t>3. The minimalist three-tab navigation.</a:t>
            </a:r>
          </a:p>
          <a:p>
            <a:pPr marR="0" lvl="0" algn="l" defTabSz="914400" rtl="0" eaLnBrk="0" fontAlgn="base" latinLnBrk="0" hangingPunct="0">
              <a:spcBef>
                <a:spcPct val="0"/>
              </a:spcBef>
              <a:spcAft>
                <a:spcPct val="0"/>
              </a:spcAft>
              <a:buClrTx/>
              <a:buSzTx/>
              <a:tabLst/>
            </a:pPr>
            <a:r>
              <a:rPr lang="en-US" sz="1500">
                <a:latin typeface="Tahoma" panose="020B0604030504040204" pitchFamily="34" charset="0"/>
                <a:ea typeface="Tahoma" panose="020B0604030504040204" pitchFamily="34" charset="0"/>
                <a:cs typeface="Tahoma" panose="020B0604030504040204" pitchFamily="34" charset="0"/>
              </a:rPr>
              <a:t>4. Quick prioritization &amp; assignment.</a:t>
            </a:r>
          </a:p>
          <a:p>
            <a:pPr marR="0" lvl="0" algn="l" defTabSz="914400" rtl="0" eaLnBrk="0" fontAlgn="base" latinLnBrk="0" hangingPunct="0">
              <a:spcBef>
                <a:spcPct val="0"/>
              </a:spcBef>
              <a:spcAft>
                <a:spcPct val="0"/>
              </a:spcAft>
              <a:buClrTx/>
              <a:buSzTx/>
              <a:tabLst/>
            </a:pPr>
            <a:endParaRPr lang="en-US" sz="1500">
              <a:latin typeface="Tahoma" panose="020B0604030504040204" pitchFamily="34" charset="0"/>
              <a:ea typeface="Tahoma" panose="020B0604030504040204" pitchFamily="34" charset="0"/>
              <a:cs typeface="Tahoma" panose="020B0604030504040204" pitchFamily="34" charset="0"/>
            </a:endParaRPr>
          </a:p>
          <a:p>
            <a:pPr marR="0" lvl="0" algn="l" defTabSz="914400" rtl="0" eaLnBrk="0" fontAlgn="base" latinLnBrk="0" hangingPunct="0">
              <a:spcBef>
                <a:spcPct val="0"/>
              </a:spcBef>
              <a:spcAft>
                <a:spcPct val="0"/>
              </a:spcAft>
              <a:buClrTx/>
              <a:buSzTx/>
              <a:tabLst/>
            </a:pPr>
            <a:endParaRPr lang="en-US" sz="1500">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C506CF48-1CA1-84B0-3A44-0F76C9A6C6EF}"/>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6 of 15</a:t>
            </a:r>
          </a:p>
        </p:txBody>
      </p:sp>
    </p:spTree>
    <p:extLst>
      <p:ext uri="{BB962C8B-B14F-4D97-AF65-F5344CB8AC3E}">
        <p14:creationId xmlns:p14="http://schemas.microsoft.com/office/powerpoint/2010/main" val="135513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95E0-3571-D6E1-3584-410146AE19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54D626-7F74-FD2A-6EB9-9C29DA470560}"/>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932D344A-EF51-00C4-69D8-F58978B3A6C5}"/>
              </a:ext>
            </a:extLst>
          </p:cNvPr>
          <p:cNvPicPr>
            <a:picLocks noChangeAspect="1"/>
          </p:cNvPicPr>
          <p:nvPr/>
        </p:nvPicPr>
        <p:blipFill>
          <a:blip r:embed="rId5"/>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69E98228-5AD4-6036-CFC9-33350EE4B2A6}"/>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1FA04D-0E35-F101-9804-CE0E75249122}"/>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video1031732332">
            <a:hlinkClick r:id="" action="ppaction://media"/>
            <a:extLst>
              <a:ext uri="{FF2B5EF4-FFF2-40B4-BE49-F238E27FC236}">
                <a16:creationId xmlns:a16="http://schemas.microsoft.com/office/drawing/2014/main" id="{1268513B-30D3-F4E9-3629-DA323788C59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28402" y="688536"/>
            <a:ext cx="10400669" cy="5850376"/>
          </a:xfrm>
          <a:prstGeom prst="rect">
            <a:avLst/>
          </a:prstGeom>
        </p:spPr>
      </p:pic>
      <p:sp>
        <p:nvSpPr>
          <p:cNvPr id="10" name="TextBox 9">
            <a:extLst>
              <a:ext uri="{FF2B5EF4-FFF2-40B4-BE49-F238E27FC236}">
                <a16:creationId xmlns:a16="http://schemas.microsoft.com/office/drawing/2014/main" id="{340AD349-3384-D96C-A142-99068714BD04}"/>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7 of 15</a:t>
            </a:r>
          </a:p>
        </p:txBody>
      </p:sp>
    </p:spTree>
    <p:extLst>
      <p:ext uri="{BB962C8B-B14F-4D97-AF65-F5344CB8AC3E}">
        <p14:creationId xmlns:p14="http://schemas.microsoft.com/office/powerpoint/2010/main" val="232759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33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E42D9-0093-6241-E7B0-5309F5CA60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B18B025-9967-7F39-B364-834CE9F985FF}"/>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97EB48E4-6304-4DB3-E51E-D233322B43E5}"/>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EA09BFEB-22D7-3D27-354C-F0B967C0D6DA}"/>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A16F89-B518-C204-9F00-925FC554ADF9}"/>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screenshot of a computer&#10;&#10;AI-generated content may be incorrect.">
            <a:extLst>
              <a:ext uri="{FF2B5EF4-FFF2-40B4-BE49-F238E27FC236}">
                <a16:creationId xmlns:a16="http://schemas.microsoft.com/office/drawing/2014/main" id="{24AD6E1B-9AF1-E3B9-9C56-D0F6BA50E4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067" y="1516960"/>
            <a:ext cx="5532933" cy="4422931"/>
          </a:xfrm>
          <a:prstGeom prst="rect">
            <a:avLst/>
          </a:prstGeom>
        </p:spPr>
      </p:pic>
      <p:sp>
        <p:nvSpPr>
          <p:cNvPr id="13" name="Rectangle 12">
            <a:extLst>
              <a:ext uri="{FF2B5EF4-FFF2-40B4-BE49-F238E27FC236}">
                <a16:creationId xmlns:a16="http://schemas.microsoft.com/office/drawing/2014/main" id="{761E8A88-797E-8B3D-8E54-2E40CAE02608}"/>
              </a:ext>
            </a:extLst>
          </p:cNvPr>
          <p:cNvSpPr/>
          <p:nvPr/>
        </p:nvSpPr>
        <p:spPr>
          <a:xfrm>
            <a:off x="4396509" y="2161309"/>
            <a:ext cx="1293091" cy="36668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1F90942-75A5-6E38-D511-EA02FC2045B8}"/>
              </a:ext>
            </a:extLst>
          </p:cNvPr>
          <p:cNvCxnSpPr>
            <a:cxnSpLocks/>
          </p:cNvCxnSpPr>
          <p:nvPr/>
        </p:nvCxnSpPr>
        <p:spPr>
          <a:xfrm>
            <a:off x="6308438" y="1760826"/>
            <a:ext cx="116378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3CDC4B47-3C11-FDBB-133B-5123177939A0}"/>
              </a:ext>
            </a:extLst>
          </p:cNvPr>
          <p:cNvCxnSpPr/>
          <p:nvPr/>
        </p:nvCxnSpPr>
        <p:spPr>
          <a:xfrm flipH="1">
            <a:off x="5689600" y="1764145"/>
            <a:ext cx="628073" cy="3971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CA6041FC-91A2-5F1A-0C67-999A8EADDA60}"/>
              </a:ext>
            </a:extLst>
          </p:cNvPr>
          <p:cNvSpPr txBox="1"/>
          <p:nvPr/>
        </p:nvSpPr>
        <p:spPr>
          <a:xfrm>
            <a:off x="7472218" y="2003928"/>
            <a:ext cx="3830520" cy="1938992"/>
          </a:xfrm>
          <a:prstGeom prst="rect">
            <a:avLst/>
          </a:prstGeom>
          <a:noFill/>
          <a:ln>
            <a:solidFill>
              <a:schemeClr val="tx1"/>
            </a:solidFill>
          </a:ln>
        </p:spPr>
        <p:txBody>
          <a:bodyPr wrap="square" rtlCol="0">
            <a:spAutoFit/>
          </a:bodyPr>
          <a:lstStyle/>
          <a:p>
            <a:pPr marL="0" marR="0" lvl="0" indent="0" algn="l" defTabSz="914400" rtl="0" eaLnBrk="0" fontAlgn="base" latinLnBrk="0" hangingPunct="0">
              <a:spcBef>
                <a:spcPct val="0"/>
              </a:spcBef>
              <a:spcAft>
                <a:spcPct val="0"/>
              </a:spcAft>
              <a:buClrTx/>
              <a:buSzTx/>
              <a:tabLst/>
            </a:pP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Each task has an associated priority indicator (circle with color and label). This immediately makes the urgency of tasks visible, allowing users to grasp what needs attention quickly.</a:t>
            </a:r>
          </a:p>
          <a:p>
            <a:pPr marL="0" marR="0" lvl="0" indent="0" algn="l" defTabSz="914400" rtl="0" eaLnBrk="0" fontAlgn="base" latinLnBrk="0" hangingPunct="0">
              <a:spcBef>
                <a:spcPct val="0"/>
              </a:spcBef>
              <a:spcAft>
                <a:spcPct val="0"/>
              </a:spcAft>
              <a:buClrTx/>
              <a:buSzTx/>
              <a:tabLst/>
            </a:pPr>
            <a:r>
              <a:rPr kumimoji="0" lang="en-US" altLang="en-US" sz="1500" b="1"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Explanation</a:t>
            </a: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Users don’t have to dig into details — visual signals do the job. The "CRITICAL" red dot especially stands out.</a:t>
            </a:r>
          </a:p>
        </p:txBody>
      </p:sp>
      <p:sp>
        <p:nvSpPr>
          <p:cNvPr id="25" name="TextBox 24">
            <a:extLst>
              <a:ext uri="{FF2B5EF4-FFF2-40B4-BE49-F238E27FC236}">
                <a16:creationId xmlns:a16="http://schemas.microsoft.com/office/drawing/2014/main" id="{B8F50339-0370-49C4-135B-1226C11E9FD7}"/>
              </a:ext>
            </a:extLst>
          </p:cNvPr>
          <p:cNvSpPr txBox="1"/>
          <p:nvPr/>
        </p:nvSpPr>
        <p:spPr>
          <a:xfrm>
            <a:off x="7472218" y="1568286"/>
            <a:ext cx="2986715" cy="369332"/>
          </a:xfrm>
          <a:prstGeom prst="rect">
            <a:avLst/>
          </a:prstGeom>
          <a:noFill/>
        </p:spPr>
        <p:txBody>
          <a:bodyPr wrap="none" rtlCol="0">
            <a:spAutoFit/>
          </a:bodyPr>
          <a:lstStyle/>
          <a:p>
            <a:r>
              <a:rPr lang="en-US" b="1">
                <a:latin typeface="Tahoma" panose="020B0604030504040204" pitchFamily="34" charset="0"/>
                <a:ea typeface="Tahoma" panose="020B0604030504040204" pitchFamily="34" charset="0"/>
                <a:cs typeface="Tahoma" panose="020B0604030504040204" pitchFamily="34" charset="0"/>
              </a:rPr>
              <a:t>1. Making Things Visible</a:t>
            </a:r>
          </a:p>
        </p:txBody>
      </p:sp>
      <p:sp>
        <p:nvSpPr>
          <p:cNvPr id="26" name="TextBox 25">
            <a:extLst>
              <a:ext uri="{FF2B5EF4-FFF2-40B4-BE49-F238E27FC236}">
                <a16:creationId xmlns:a16="http://schemas.microsoft.com/office/drawing/2014/main" id="{CB84E9DC-6C8E-979B-E58E-3E8A5B917111}"/>
              </a:ext>
            </a:extLst>
          </p:cNvPr>
          <p:cNvSpPr txBox="1"/>
          <p:nvPr/>
        </p:nvSpPr>
        <p:spPr>
          <a:xfrm>
            <a:off x="267562" y="787860"/>
            <a:ext cx="11608880"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Don Norman Principles</a:t>
            </a:r>
          </a:p>
        </p:txBody>
      </p:sp>
      <p:sp>
        <p:nvSpPr>
          <p:cNvPr id="7" name="TextBox 6">
            <a:extLst>
              <a:ext uri="{FF2B5EF4-FFF2-40B4-BE49-F238E27FC236}">
                <a16:creationId xmlns:a16="http://schemas.microsoft.com/office/drawing/2014/main" id="{A4235571-8DAD-A91D-FFAC-203907387BF7}"/>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8 of 15</a:t>
            </a:r>
          </a:p>
        </p:txBody>
      </p:sp>
    </p:spTree>
    <p:extLst>
      <p:ext uri="{BB962C8B-B14F-4D97-AF65-F5344CB8AC3E}">
        <p14:creationId xmlns:p14="http://schemas.microsoft.com/office/powerpoint/2010/main" val="1601741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DD9F7-CF09-5B7B-F042-039E0E666F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661844-D67D-69F9-5BEB-A8B536DC3D5E}"/>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D68DC099-4049-F5ED-1523-A013878D184F}"/>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1C4055E1-991E-F3E0-CCAA-4D7D91491A40}"/>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292B6-67C4-1051-76B4-45FEBB695EBF}"/>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DA1E4F3-8823-3CA0-50EE-D99707D46A97}"/>
              </a:ext>
            </a:extLst>
          </p:cNvPr>
          <p:cNvSpPr txBox="1"/>
          <p:nvPr/>
        </p:nvSpPr>
        <p:spPr>
          <a:xfrm>
            <a:off x="267562" y="787860"/>
            <a:ext cx="11598123"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Don Norman Principles</a:t>
            </a:r>
          </a:p>
        </p:txBody>
      </p:sp>
      <p:pic>
        <p:nvPicPr>
          <p:cNvPr id="7" name="Picture 6">
            <a:extLst>
              <a:ext uri="{FF2B5EF4-FFF2-40B4-BE49-F238E27FC236}">
                <a16:creationId xmlns:a16="http://schemas.microsoft.com/office/drawing/2014/main" id="{8F3453B5-E2B7-6E5B-5A50-EF483A719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31143"/>
            <a:ext cx="8480513" cy="4359184"/>
          </a:xfrm>
          <a:prstGeom prst="rect">
            <a:avLst/>
          </a:prstGeom>
        </p:spPr>
      </p:pic>
      <p:sp>
        <p:nvSpPr>
          <p:cNvPr id="10" name="TextBox 9">
            <a:extLst>
              <a:ext uri="{FF2B5EF4-FFF2-40B4-BE49-F238E27FC236}">
                <a16:creationId xmlns:a16="http://schemas.microsoft.com/office/drawing/2014/main" id="{481B62A8-69C0-C653-0B8F-129A4BABE60C}"/>
              </a:ext>
            </a:extLst>
          </p:cNvPr>
          <p:cNvSpPr txBox="1"/>
          <p:nvPr/>
        </p:nvSpPr>
        <p:spPr>
          <a:xfrm>
            <a:off x="7569724" y="1901600"/>
            <a:ext cx="4128940" cy="1477328"/>
          </a:xfrm>
          <a:prstGeom prst="rect">
            <a:avLst/>
          </a:prstGeom>
          <a:noFill/>
          <a:ln>
            <a:solidFill>
              <a:schemeClr val="tx1"/>
            </a:solidFill>
          </a:ln>
        </p:spPr>
        <p:txBody>
          <a:bodyPr wrap="square" rtlCol="0">
            <a:spAutoFit/>
          </a:bodyPr>
          <a:lstStyle/>
          <a:p>
            <a:pPr>
              <a:buNone/>
            </a:pPr>
            <a:r>
              <a:rPr lang="en-US" sz="1500">
                <a:latin typeface="Tahoma" panose="020B0604030504040204" pitchFamily="34" charset="0"/>
                <a:ea typeface="Tahoma" panose="020B0604030504040204" pitchFamily="34" charset="0"/>
                <a:cs typeface="Tahoma" panose="020B0604030504040204" pitchFamily="34" charset="0"/>
              </a:rPr>
              <a:t>Each module (e.g., “Campus Performance Metrics,” “Team Management”) is represented by a raised, button-like shape with a gear icon in the corner. These shapes afford clicking for settings or further actions.</a:t>
            </a:r>
          </a:p>
          <a:p>
            <a:endParaRPr lang="en-US" sz="1500">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45345560-44CB-2E3F-6323-34AFBD8D4C78}"/>
              </a:ext>
            </a:extLst>
          </p:cNvPr>
          <p:cNvSpPr txBox="1"/>
          <p:nvPr/>
        </p:nvSpPr>
        <p:spPr>
          <a:xfrm>
            <a:off x="7569724" y="1518286"/>
            <a:ext cx="2784737" cy="369332"/>
          </a:xfrm>
          <a:prstGeom prst="rect">
            <a:avLst/>
          </a:prstGeom>
          <a:noFill/>
        </p:spPr>
        <p:txBody>
          <a:bodyPr wrap="none" rtlCol="0">
            <a:spAutoFit/>
          </a:bodyPr>
          <a:lstStyle/>
          <a:p>
            <a:r>
              <a:rPr lang="en-US" b="1">
                <a:latin typeface="Tahoma" panose="020B0604030504040204" pitchFamily="34" charset="0"/>
                <a:ea typeface="Tahoma" panose="020B0604030504040204" pitchFamily="34" charset="0"/>
                <a:cs typeface="Tahoma" panose="020B0604030504040204" pitchFamily="34" charset="0"/>
              </a:rPr>
              <a:t>2. Provide affordances</a:t>
            </a:r>
          </a:p>
        </p:txBody>
      </p:sp>
      <p:cxnSp>
        <p:nvCxnSpPr>
          <p:cNvPr id="12" name="Straight Connector 11">
            <a:extLst>
              <a:ext uri="{FF2B5EF4-FFF2-40B4-BE49-F238E27FC236}">
                <a16:creationId xmlns:a16="http://schemas.microsoft.com/office/drawing/2014/main" id="{FE887A09-3EC6-43C7-1932-3DB3A8748833}"/>
              </a:ext>
            </a:extLst>
          </p:cNvPr>
          <p:cNvCxnSpPr>
            <a:cxnSpLocks/>
          </p:cNvCxnSpPr>
          <p:nvPr/>
        </p:nvCxnSpPr>
        <p:spPr>
          <a:xfrm>
            <a:off x="6400798" y="1746675"/>
            <a:ext cx="1168926"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9FCDA51C-3FDE-7DF1-4F0F-A8B4563BD30D}"/>
              </a:ext>
            </a:extLst>
          </p:cNvPr>
          <p:cNvCxnSpPr>
            <a:cxnSpLocks/>
          </p:cNvCxnSpPr>
          <p:nvPr/>
        </p:nvCxnSpPr>
        <p:spPr>
          <a:xfrm flipH="1">
            <a:off x="5382705" y="1746675"/>
            <a:ext cx="1019809" cy="8282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Rectangle 17">
            <a:extLst>
              <a:ext uri="{FF2B5EF4-FFF2-40B4-BE49-F238E27FC236}">
                <a16:creationId xmlns:a16="http://schemas.microsoft.com/office/drawing/2014/main" id="{C10AB2BB-AF7F-DD7F-BABB-6BA9E68930EF}"/>
              </a:ext>
            </a:extLst>
          </p:cNvPr>
          <p:cNvSpPr/>
          <p:nvPr/>
        </p:nvSpPr>
        <p:spPr>
          <a:xfrm>
            <a:off x="1517715" y="2592371"/>
            <a:ext cx="3864990" cy="10275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19050">
                <a:solidFill>
                  <a:schemeClr val="tx1"/>
                </a:solidFill>
              </a:ln>
            </a:endParaRPr>
          </a:p>
        </p:txBody>
      </p:sp>
      <p:sp>
        <p:nvSpPr>
          <p:cNvPr id="15" name="TextBox 14">
            <a:extLst>
              <a:ext uri="{FF2B5EF4-FFF2-40B4-BE49-F238E27FC236}">
                <a16:creationId xmlns:a16="http://schemas.microsoft.com/office/drawing/2014/main" id="{C5BFD9E1-2387-9286-45A7-D5CC914944F5}"/>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9 of 15</a:t>
            </a:r>
          </a:p>
        </p:txBody>
      </p:sp>
    </p:spTree>
    <p:extLst>
      <p:ext uri="{BB962C8B-B14F-4D97-AF65-F5344CB8AC3E}">
        <p14:creationId xmlns:p14="http://schemas.microsoft.com/office/powerpoint/2010/main" val="2015951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2E761-D6DF-4D61-3629-4A8E92E283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9A1E68-30B5-D472-2151-23F4FD42453C}"/>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B1C1E6A1-2241-2073-3252-92F21FCCBDCC}"/>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EA037BDE-6A51-767B-64A5-E873F3CAB33E}"/>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849FF65-24B4-9F07-21E4-E65EEC43F018}"/>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465BBE7-B3A5-FFC8-1936-364C6BFD67D8}"/>
              </a:ext>
            </a:extLst>
          </p:cNvPr>
          <p:cNvSpPr txBox="1"/>
          <p:nvPr/>
        </p:nvSpPr>
        <p:spPr>
          <a:xfrm>
            <a:off x="267562" y="787860"/>
            <a:ext cx="11716457"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Don Norman Principles</a:t>
            </a:r>
          </a:p>
        </p:txBody>
      </p:sp>
      <p:pic>
        <p:nvPicPr>
          <p:cNvPr id="7" name="Picture 6">
            <a:extLst>
              <a:ext uri="{FF2B5EF4-FFF2-40B4-BE49-F238E27FC236}">
                <a16:creationId xmlns:a16="http://schemas.microsoft.com/office/drawing/2014/main" id="{DDEEACE7-AF04-2749-9513-8877454F30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82239"/>
            <a:ext cx="8480513" cy="4359184"/>
          </a:xfrm>
          <a:prstGeom prst="rect">
            <a:avLst/>
          </a:prstGeom>
        </p:spPr>
      </p:pic>
      <p:sp>
        <p:nvSpPr>
          <p:cNvPr id="10" name="TextBox 9">
            <a:extLst>
              <a:ext uri="{FF2B5EF4-FFF2-40B4-BE49-F238E27FC236}">
                <a16:creationId xmlns:a16="http://schemas.microsoft.com/office/drawing/2014/main" id="{908E300A-0513-ED69-A69D-5D2FDA8959F4}"/>
              </a:ext>
            </a:extLst>
          </p:cNvPr>
          <p:cNvSpPr txBox="1"/>
          <p:nvPr/>
        </p:nvSpPr>
        <p:spPr>
          <a:xfrm>
            <a:off x="7604033" y="1644436"/>
            <a:ext cx="4022321" cy="1477328"/>
          </a:xfrm>
          <a:prstGeom prst="rect">
            <a:avLst/>
          </a:prstGeom>
          <a:noFill/>
          <a:ln>
            <a:solidFill>
              <a:schemeClr val="tx1"/>
            </a:solidFill>
          </a:ln>
        </p:spPr>
        <p:txBody>
          <a:bodyPr wrap="square" rtlCol="0">
            <a:spAutoFit/>
          </a:bodyPr>
          <a:lstStyle/>
          <a:p>
            <a:pPr>
              <a:buNone/>
            </a:pPr>
            <a:r>
              <a:rPr lang="en-US" sz="1500">
                <a:latin typeface="Tahoma" panose="020B0604030504040204" pitchFamily="34" charset="0"/>
                <a:ea typeface="Tahoma" panose="020B0604030504040204" pitchFamily="34" charset="0"/>
                <a:cs typeface="Tahoma" panose="020B0604030504040204" pitchFamily="34" charset="0"/>
              </a:rPr>
              <a:t>The human figure icon, typically associated with </a:t>
            </a:r>
            <a:r>
              <a:rPr lang="en-US" sz="1500" b="1">
                <a:latin typeface="Tahoma" panose="020B0604030504040204" pitchFamily="34" charset="0"/>
                <a:ea typeface="Tahoma" panose="020B0604030504040204" pitchFamily="34" charset="0"/>
                <a:cs typeface="Tahoma" panose="020B0604030504040204" pitchFamily="34" charset="0"/>
              </a:rPr>
              <a:t>accessibility tools</a:t>
            </a:r>
            <a:r>
              <a:rPr lang="en-US" sz="1500">
                <a:latin typeface="Tahoma" panose="020B0604030504040204" pitchFamily="34" charset="0"/>
                <a:ea typeface="Tahoma" panose="020B0604030504040204" pitchFamily="34" charset="0"/>
                <a:cs typeface="Tahoma" panose="020B0604030504040204" pitchFamily="34" charset="0"/>
              </a:rPr>
              <a:t>, maps intuitively to user settings related to </a:t>
            </a:r>
            <a:r>
              <a:rPr lang="en-US" sz="1500" b="1">
                <a:latin typeface="Tahoma" panose="020B0604030504040204" pitchFamily="34" charset="0"/>
                <a:ea typeface="Tahoma" panose="020B0604030504040204" pitchFamily="34" charset="0"/>
                <a:cs typeface="Tahoma" panose="020B0604030504040204" pitchFamily="34" charset="0"/>
              </a:rPr>
              <a:t>disability access</a:t>
            </a:r>
            <a:r>
              <a:rPr lang="en-US" sz="1500">
                <a:latin typeface="Tahoma" panose="020B0604030504040204" pitchFamily="34" charset="0"/>
                <a:ea typeface="Tahoma" panose="020B0604030504040204" pitchFamily="34" charset="0"/>
                <a:cs typeface="Tahoma" panose="020B0604030504040204" pitchFamily="34" charset="0"/>
              </a:rPr>
              <a:t>.</a:t>
            </a:r>
          </a:p>
          <a:p>
            <a:pPr>
              <a:buNone/>
            </a:pPr>
            <a:r>
              <a:rPr lang="en-US" sz="1500">
                <a:latin typeface="Tahoma" panose="020B0604030504040204" pitchFamily="34" charset="0"/>
                <a:ea typeface="Tahoma" panose="020B0604030504040204" pitchFamily="34" charset="0"/>
                <a:cs typeface="Tahoma" panose="020B0604030504040204" pitchFamily="34" charset="0"/>
              </a:rPr>
              <a:t>Users instinctively associate the bell with alerts due to its common usage in digital platforms.</a:t>
            </a:r>
          </a:p>
        </p:txBody>
      </p:sp>
      <p:sp>
        <p:nvSpPr>
          <p:cNvPr id="11" name="TextBox 10">
            <a:extLst>
              <a:ext uri="{FF2B5EF4-FFF2-40B4-BE49-F238E27FC236}">
                <a16:creationId xmlns:a16="http://schemas.microsoft.com/office/drawing/2014/main" id="{4AF5E8C0-64CE-4FC7-C71C-A9B7A8C724A4}"/>
              </a:ext>
            </a:extLst>
          </p:cNvPr>
          <p:cNvSpPr txBox="1"/>
          <p:nvPr/>
        </p:nvSpPr>
        <p:spPr>
          <a:xfrm>
            <a:off x="7604033" y="1264914"/>
            <a:ext cx="2521844" cy="369332"/>
          </a:xfrm>
          <a:prstGeom prst="rect">
            <a:avLst/>
          </a:prstGeom>
          <a:noFill/>
        </p:spPr>
        <p:txBody>
          <a:bodyPr wrap="none" rtlCol="0">
            <a:spAutoFit/>
          </a:bodyPr>
          <a:lstStyle/>
          <a:p>
            <a:r>
              <a:rPr lang="en-US" b="1">
                <a:latin typeface="Tahoma" panose="020B0604030504040204" pitchFamily="34" charset="0"/>
                <a:ea typeface="Tahoma" panose="020B0604030504040204" pitchFamily="34" charset="0"/>
                <a:cs typeface="Tahoma" panose="020B0604030504040204" pitchFamily="34" charset="0"/>
              </a:rPr>
              <a:t>3. Natural Mappings</a:t>
            </a:r>
          </a:p>
        </p:txBody>
      </p:sp>
      <p:sp>
        <p:nvSpPr>
          <p:cNvPr id="18" name="Rectangle 17">
            <a:extLst>
              <a:ext uri="{FF2B5EF4-FFF2-40B4-BE49-F238E27FC236}">
                <a16:creationId xmlns:a16="http://schemas.microsoft.com/office/drawing/2014/main" id="{F1551535-D4B4-BE16-DB67-3E20435168B7}"/>
              </a:ext>
            </a:extLst>
          </p:cNvPr>
          <p:cNvSpPr/>
          <p:nvPr/>
        </p:nvSpPr>
        <p:spPr>
          <a:xfrm>
            <a:off x="94268" y="5147035"/>
            <a:ext cx="1159497" cy="6755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19050">
                <a:solidFill>
                  <a:schemeClr val="tx1"/>
                </a:solidFill>
              </a:ln>
            </a:endParaRPr>
          </a:p>
        </p:txBody>
      </p:sp>
      <p:sp>
        <p:nvSpPr>
          <p:cNvPr id="4" name="Rectangle 3">
            <a:extLst>
              <a:ext uri="{FF2B5EF4-FFF2-40B4-BE49-F238E27FC236}">
                <a16:creationId xmlns:a16="http://schemas.microsoft.com/office/drawing/2014/main" id="{32013A41-EB3D-AE55-3261-80D87FD8B6B1}"/>
              </a:ext>
            </a:extLst>
          </p:cNvPr>
          <p:cNvSpPr/>
          <p:nvPr/>
        </p:nvSpPr>
        <p:spPr>
          <a:xfrm>
            <a:off x="6429080" y="1482238"/>
            <a:ext cx="1010240" cy="5815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19050">
                <a:solidFill>
                  <a:schemeClr val="tx1"/>
                </a:solidFill>
              </a:ln>
            </a:endParaRPr>
          </a:p>
        </p:txBody>
      </p:sp>
      <p:sp>
        <p:nvSpPr>
          <p:cNvPr id="14" name="TextBox 13">
            <a:extLst>
              <a:ext uri="{FF2B5EF4-FFF2-40B4-BE49-F238E27FC236}">
                <a16:creationId xmlns:a16="http://schemas.microsoft.com/office/drawing/2014/main" id="{3531DD08-D8EB-3248-A229-22DBAC75A69E}"/>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10 of 15</a:t>
            </a:r>
          </a:p>
        </p:txBody>
      </p:sp>
    </p:spTree>
    <p:extLst>
      <p:ext uri="{BB962C8B-B14F-4D97-AF65-F5344CB8AC3E}">
        <p14:creationId xmlns:p14="http://schemas.microsoft.com/office/powerpoint/2010/main" val="2339874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ED9F7-89D0-C095-7FDD-2A47A9973C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AC5893-4D1D-83FB-9559-5D94700FCAFF}"/>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0D4D8190-4676-6D96-7C6D-54BFF4319E2B}"/>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46C5A70F-EB7B-A48E-6C50-BC58C6797F80}"/>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C080B80-91C6-93FB-3F30-A265EAC8F4C0}"/>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B91A52-F970-8AB5-441C-9DB64A543787}"/>
              </a:ext>
            </a:extLst>
          </p:cNvPr>
          <p:cNvSpPr txBox="1"/>
          <p:nvPr/>
        </p:nvSpPr>
        <p:spPr>
          <a:xfrm>
            <a:off x="267562" y="787860"/>
            <a:ext cx="11838549"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Don Norman Principles</a:t>
            </a:r>
          </a:p>
        </p:txBody>
      </p:sp>
      <p:pic>
        <p:nvPicPr>
          <p:cNvPr id="7" name="Picture 6">
            <a:extLst>
              <a:ext uri="{FF2B5EF4-FFF2-40B4-BE49-F238E27FC236}">
                <a16:creationId xmlns:a16="http://schemas.microsoft.com/office/drawing/2014/main" id="{7F7DE02C-8601-4085-8F3A-276FC93D8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745" y="1580385"/>
            <a:ext cx="9497188" cy="4846690"/>
          </a:xfrm>
          <a:prstGeom prst="rect">
            <a:avLst/>
          </a:prstGeom>
        </p:spPr>
      </p:pic>
      <p:sp>
        <p:nvSpPr>
          <p:cNvPr id="11" name="TextBox 10">
            <a:extLst>
              <a:ext uri="{FF2B5EF4-FFF2-40B4-BE49-F238E27FC236}">
                <a16:creationId xmlns:a16="http://schemas.microsoft.com/office/drawing/2014/main" id="{B84F0870-F211-81D8-0C78-9464FB0D0BFF}"/>
              </a:ext>
            </a:extLst>
          </p:cNvPr>
          <p:cNvSpPr txBox="1"/>
          <p:nvPr/>
        </p:nvSpPr>
        <p:spPr>
          <a:xfrm>
            <a:off x="8467510" y="1755023"/>
            <a:ext cx="3638601" cy="1708160"/>
          </a:xfrm>
          <a:prstGeom prst="rect">
            <a:avLst/>
          </a:prstGeom>
          <a:no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The sidebar only shows Dashboard, Tickets, Settings, Reports — users are constrained to these major categories, which reduces confusion. This constraint ensures users do not deviate into unsupported or non-permitted areas, reinforcing task-focused navigation</a:t>
            </a:r>
            <a:r>
              <a:rPr lang="en-US" altLang="en-US" sz="1500">
                <a:latin typeface="Tahoma" panose="020B0604030504040204" pitchFamily="34" charset="0"/>
                <a:ea typeface="Tahoma" panose="020B0604030504040204" pitchFamily="34" charset="0"/>
                <a:cs typeface="Tahoma" panose="020B0604030504040204" pitchFamily="34" charset="0"/>
              </a:rPr>
              <a:t>.</a:t>
            </a:r>
            <a:endParaRPr kumimoji="0" lang="en-US" altLang="en-US" sz="150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BD9B98B5-988A-9A21-602B-813EB224D82E}"/>
              </a:ext>
            </a:extLst>
          </p:cNvPr>
          <p:cNvSpPr txBox="1"/>
          <p:nvPr/>
        </p:nvSpPr>
        <p:spPr>
          <a:xfrm>
            <a:off x="8467510" y="1341010"/>
            <a:ext cx="3225563" cy="369332"/>
          </a:xfrm>
          <a:prstGeom prst="rect">
            <a:avLst/>
          </a:prstGeom>
          <a:noFill/>
        </p:spPr>
        <p:txBody>
          <a:bodyPr wrap="none" rtlCol="0">
            <a:spAutoFit/>
          </a:bodyPr>
          <a:lstStyle/>
          <a:p>
            <a:r>
              <a:rPr lang="en-US" b="1">
                <a:latin typeface="Tahoma" panose="020B0604030504040204" pitchFamily="34" charset="0"/>
                <a:ea typeface="Tahoma" panose="020B0604030504040204" pitchFamily="34" charset="0"/>
                <a:cs typeface="Tahoma" panose="020B0604030504040204" pitchFamily="34" charset="0"/>
              </a:rPr>
              <a:t>4. Make use of constraints</a:t>
            </a:r>
          </a:p>
        </p:txBody>
      </p:sp>
      <p:sp>
        <p:nvSpPr>
          <p:cNvPr id="15" name="Rectangle 14">
            <a:extLst>
              <a:ext uri="{FF2B5EF4-FFF2-40B4-BE49-F238E27FC236}">
                <a16:creationId xmlns:a16="http://schemas.microsoft.com/office/drawing/2014/main" id="{48554A48-CAD4-1EB5-D70D-BFFB0041198D}"/>
              </a:ext>
            </a:extLst>
          </p:cNvPr>
          <p:cNvSpPr/>
          <p:nvPr/>
        </p:nvSpPr>
        <p:spPr>
          <a:xfrm>
            <a:off x="267562" y="1894788"/>
            <a:ext cx="1127605" cy="15342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FE6764A-F5E5-C368-64F0-A22315B337A7}"/>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11 of 15</a:t>
            </a:r>
          </a:p>
        </p:txBody>
      </p:sp>
    </p:spTree>
    <p:extLst>
      <p:ext uri="{BB962C8B-B14F-4D97-AF65-F5344CB8AC3E}">
        <p14:creationId xmlns:p14="http://schemas.microsoft.com/office/powerpoint/2010/main" val="331438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424E-B97A-C52B-6CC2-27361C9435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514881-932F-6720-F649-07F276F10A25}"/>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9155FD48-EB3F-EDCF-6EF1-778F4FBBE323}"/>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71539B6A-BECB-10EF-8186-6E972DA14BBF}"/>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5CBB275-F018-A75D-2BCE-53945DD7410F}"/>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AF4A080-6318-F9F9-B218-1D3ACBFA59E3}"/>
              </a:ext>
            </a:extLst>
          </p:cNvPr>
          <p:cNvSpPr txBox="1"/>
          <p:nvPr/>
        </p:nvSpPr>
        <p:spPr>
          <a:xfrm>
            <a:off x="267562" y="787860"/>
            <a:ext cx="11838549"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Don Norman Principles</a:t>
            </a:r>
          </a:p>
        </p:txBody>
      </p:sp>
      <p:pic>
        <p:nvPicPr>
          <p:cNvPr id="10" name="Picture 9">
            <a:extLst>
              <a:ext uri="{FF2B5EF4-FFF2-40B4-BE49-F238E27FC236}">
                <a16:creationId xmlns:a16="http://schemas.microsoft.com/office/drawing/2014/main" id="{71EC9E63-9843-93E5-A2F2-F22A0A399F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673" y="1512541"/>
            <a:ext cx="9497188" cy="4846690"/>
          </a:xfrm>
          <a:prstGeom prst="rect">
            <a:avLst/>
          </a:prstGeom>
        </p:spPr>
      </p:pic>
      <p:sp>
        <p:nvSpPr>
          <p:cNvPr id="11" name="TextBox 10">
            <a:extLst>
              <a:ext uri="{FF2B5EF4-FFF2-40B4-BE49-F238E27FC236}">
                <a16:creationId xmlns:a16="http://schemas.microsoft.com/office/drawing/2014/main" id="{E2212B6F-00ED-779E-6B55-11AD071D174F}"/>
              </a:ext>
            </a:extLst>
          </p:cNvPr>
          <p:cNvSpPr txBox="1"/>
          <p:nvPr/>
        </p:nvSpPr>
        <p:spPr>
          <a:xfrm>
            <a:off x="8467510" y="1787738"/>
            <a:ext cx="3638601" cy="1477328"/>
          </a:xfrm>
          <a:prstGeom prst="rect">
            <a:avLst/>
          </a:prstGeom>
          <a:noFill/>
          <a:ln>
            <a:solidFill>
              <a:schemeClr val="tx1"/>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lang="en-US" sz="1500">
                <a:latin typeface="Tahoma" panose="020B0604030504040204" pitchFamily="34" charset="0"/>
                <a:ea typeface="Tahoma" panose="020B0604030504040204" pitchFamily="34" charset="0"/>
                <a:cs typeface="Tahoma" panose="020B0604030504040204" pitchFamily="34" charset="0"/>
              </a:rPr>
              <a:t>Users get visual and numerical confirmation that their actions (ticket handling) have been processed, and they know how well the system is performing as a result. This is clear, timely, and meaningful feedback</a:t>
            </a:r>
          </a:p>
        </p:txBody>
      </p:sp>
      <p:sp>
        <p:nvSpPr>
          <p:cNvPr id="12" name="TextBox 11">
            <a:extLst>
              <a:ext uri="{FF2B5EF4-FFF2-40B4-BE49-F238E27FC236}">
                <a16:creationId xmlns:a16="http://schemas.microsoft.com/office/drawing/2014/main" id="{691A6378-0A73-1739-F429-B8ED5E26CB3C}"/>
              </a:ext>
            </a:extLst>
          </p:cNvPr>
          <p:cNvSpPr txBox="1"/>
          <p:nvPr/>
        </p:nvSpPr>
        <p:spPr>
          <a:xfrm>
            <a:off x="8436740" y="1327875"/>
            <a:ext cx="2520242" cy="369332"/>
          </a:xfrm>
          <a:prstGeom prst="rect">
            <a:avLst/>
          </a:prstGeom>
          <a:noFill/>
        </p:spPr>
        <p:txBody>
          <a:bodyPr wrap="none" rtlCol="0">
            <a:spAutoFit/>
          </a:bodyPr>
          <a:lstStyle/>
          <a:p>
            <a:r>
              <a:rPr lang="en-US" b="1">
                <a:latin typeface="Tahoma" panose="020B0604030504040204" pitchFamily="34" charset="0"/>
                <a:ea typeface="Tahoma" panose="020B0604030504040204" pitchFamily="34" charset="0"/>
                <a:cs typeface="Tahoma" panose="020B0604030504040204" pitchFamily="34" charset="0"/>
              </a:rPr>
              <a:t>5. Provide Feedback</a:t>
            </a:r>
          </a:p>
        </p:txBody>
      </p:sp>
      <p:sp>
        <p:nvSpPr>
          <p:cNvPr id="13" name="Rectangle 12">
            <a:extLst>
              <a:ext uri="{FF2B5EF4-FFF2-40B4-BE49-F238E27FC236}">
                <a16:creationId xmlns:a16="http://schemas.microsoft.com/office/drawing/2014/main" id="{02836E43-7909-5F9A-79B5-EBFD7646E4DC}"/>
              </a:ext>
            </a:extLst>
          </p:cNvPr>
          <p:cNvSpPr/>
          <p:nvPr/>
        </p:nvSpPr>
        <p:spPr>
          <a:xfrm>
            <a:off x="1970202" y="2634308"/>
            <a:ext cx="3535052" cy="17371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19050">
                <a:solidFill>
                  <a:schemeClr val="tx1"/>
                </a:solidFill>
              </a:ln>
            </a:endParaRPr>
          </a:p>
        </p:txBody>
      </p:sp>
      <p:cxnSp>
        <p:nvCxnSpPr>
          <p:cNvPr id="14" name="Straight Connector 13">
            <a:extLst>
              <a:ext uri="{FF2B5EF4-FFF2-40B4-BE49-F238E27FC236}">
                <a16:creationId xmlns:a16="http://schemas.microsoft.com/office/drawing/2014/main" id="{441C14F7-A810-68EC-E9B6-1FE49F76EAD1}"/>
              </a:ext>
            </a:extLst>
          </p:cNvPr>
          <p:cNvCxnSpPr>
            <a:cxnSpLocks/>
          </p:cNvCxnSpPr>
          <p:nvPr/>
        </p:nvCxnSpPr>
        <p:spPr>
          <a:xfrm>
            <a:off x="6698570" y="1526523"/>
            <a:ext cx="1738170"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14DDC3CE-97D6-DDF2-8C58-24A3D2A96C09}"/>
              </a:ext>
            </a:extLst>
          </p:cNvPr>
          <p:cNvCxnSpPr>
            <a:cxnSpLocks/>
          </p:cNvCxnSpPr>
          <p:nvPr/>
        </p:nvCxnSpPr>
        <p:spPr>
          <a:xfrm flipH="1">
            <a:off x="5517076" y="1526523"/>
            <a:ext cx="1181494" cy="11077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D6678D7E-5E89-9A2C-818B-5779E52802F4}"/>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12 of 15</a:t>
            </a:r>
          </a:p>
        </p:txBody>
      </p:sp>
    </p:spTree>
    <p:extLst>
      <p:ext uri="{BB962C8B-B14F-4D97-AF65-F5344CB8AC3E}">
        <p14:creationId xmlns:p14="http://schemas.microsoft.com/office/powerpoint/2010/main" val="849609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95E0-3571-D6E1-3584-410146AE19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54D626-7F74-FD2A-6EB9-9C29DA470560}"/>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932D344A-EF51-00C4-69D8-F58978B3A6C5}"/>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69E98228-5AD4-6036-CFC9-33350EE4B2A6}"/>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1FA04D-0E35-F101-9804-CE0E75249122}"/>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3EE19755-E708-C526-3FA2-C12A99DD0E4E}"/>
              </a:ext>
            </a:extLst>
          </p:cNvPr>
          <p:cNvGraphicFramePr>
            <a:graphicFrameLocks noGrp="1"/>
          </p:cNvGraphicFramePr>
          <p:nvPr>
            <p:extLst>
              <p:ext uri="{D42A27DB-BD31-4B8C-83A1-F6EECF244321}">
                <p14:modId xmlns:p14="http://schemas.microsoft.com/office/powerpoint/2010/main" val="1943247718"/>
              </p:ext>
            </p:extLst>
          </p:nvPr>
        </p:nvGraphicFramePr>
        <p:xfrm>
          <a:off x="1681780" y="1616922"/>
          <a:ext cx="8604812" cy="4840644"/>
        </p:xfrm>
        <a:graphic>
          <a:graphicData uri="http://schemas.openxmlformats.org/drawingml/2006/table">
            <a:tbl>
              <a:tblPr>
                <a:tableStyleId>{9D7B26C5-4107-4FEC-AEDC-1716B250A1EF}</a:tableStyleId>
              </a:tblPr>
              <a:tblGrid>
                <a:gridCol w="1005759">
                  <a:extLst>
                    <a:ext uri="{9D8B030D-6E8A-4147-A177-3AD203B41FA5}">
                      <a16:colId xmlns:a16="http://schemas.microsoft.com/office/drawing/2014/main" val="1616163495"/>
                    </a:ext>
                  </a:extLst>
                </a:gridCol>
                <a:gridCol w="2872674">
                  <a:extLst>
                    <a:ext uri="{9D8B030D-6E8A-4147-A177-3AD203B41FA5}">
                      <a16:colId xmlns:a16="http://schemas.microsoft.com/office/drawing/2014/main" val="853713317"/>
                    </a:ext>
                  </a:extLst>
                </a:gridCol>
                <a:gridCol w="855024">
                  <a:extLst>
                    <a:ext uri="{9D8B030D-6E8A-4147-A177-3AD203B41FA5}">
                      <a16:colId xmlns:a16="http://schemas.microsoft.com/office/drawing/2014/main" val="2251616523"/>
                    </a:ext>
                  </a:extLst>
                </a:gridCol>
                <a:gridCol w="1104405">
                  <a:extLst>
                    <a:ext uri="{9D8B030D-6E8A-4147-A177-3AD203B41FA5}">
                      <a16:colId xmlns:a16="http://schemas.microsoft.com/office/drawing/2014/main" val="1457052038"/>
                    </a:ext>
                  </a:extLst>
                </a:gridCol>
                <a:gridCol w="789360">
                  <a:extLst>
                    <a:ext uri="{9D8B030D-6E8A-4147-A177-3AD203B41FA5}">
                      <a16:colId xmlns:a16="http://schemas.microsoft.com/office/drawing/2014/main" val="4041763616"/>
                    </a:ext>
                  </a:extLst>
                </a:gridCol>
                <a:gridCol w="1977590">
                  <a:extLst>
                    <a:ext uri="{9D8B030D-6E8A-4147-A177-3AD203B41FA5}">
                      <a16:colId xmlns:a16="http://schemas.microsoft.com/office/drawing/2014/main" val="2548946501"/>
                    </a:ext>
                  </a:extLst>
                </a:gridCol>
              </a:tblGrid>
              <a:tr h="472045">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Metric No.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Metric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Units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350"/>
                        </a:lnSpc>
                        <a:spcBef>
                          <a:spcPts val="360"/>
                        </a:spcBef>
                        <a:spcAft>
                          <a:spcPts val="36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Need Nos.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Imp </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tc>
                  <a:txBody>
                    <a:bodyPr/>
                    <a:lstStyle/>
                    <a:p>
                      <a:pPr algn="ctr" rtl="0" fontAlgn="base">
                        <a:lnSpc>
                          <a:spcPts val="1552"/>
                        </a:lnSpc>
                        <a:spcAft>
                          <a:spcPts val="800"/>
                        </a:spcAft>
                        <a:buNone/>
                      </a:pPr>
                      <a:r>
                        <a:rPr lang="en-US" sz="1300" b="1" u="none">
                          <a:solidFill>
                            <a:schemeClr val="tx1"/>
                          </a:solidFill>
                          <a:effectLst/>
                          <a:latin typeface="Tahoma" panose="020B0604030504040204" pitchFamily="34" charset="0"/>
                          <a:ea typeface="Tahoma" panose="020B0604030504040204" pitchFamily="34" charset="0"/>
                          <a:cs typeface="Tahoma" panose="020B0604030504040204" pitchFamily="34" charset="0"/>
                        </a:rPr>
                        <a:t> Developed Ratings</a:t>
                      </a:r>
                      <a:endParaRPr lang="en-US" sz="1300" b="1"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653919"/>
                  </a:ext>
                </a:extLst>
              </a:tr>
              <a:tr h="901132">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1 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User satisfaction score for intuitiveness (1= the least intuitive and 5= most intuitive)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Score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275"/>
                        </a:lnSpc>
                        <a:spcBef>
                          <a:spcPts val="360"/>
                        </a:spcBef>
                        <a:spcAft>
                          <a:spcPts val="36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1, 16 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a:effectLst/>
                        <a:latin typeface="Tahoma" panose="020B0604030504040204" pitchFamily="34" charset="0"/>
                        <a:ea typeface="Tahoma" panose="020B0604030504040204" pitchFamily="34" charset="0"/>
                        <a:cs typeface="Tahoma" panose="020B0604030504040204" pitchFamily="34" charset="0"/>
                      </a:endParaRPr>
                    </a:p>
                  </a:txBody>
                  <a:tcPr anchor="ctr">
                    <a:lnL>
                      <a:noFill/>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fontAlgn="base">
                        <a:lnSpc>
                          <a:spcPts val="1466"/>
                        </a:lnSpc>
                        <a:spcAft>
                          <a:spcPts val="800"/>
                        </a:spcAft>
                        <a:buNone/>
                      </a:pPr>
                      <a:r>
                        <a:rPr lang="en-US" sz="1300" b="0" i="0">
                          <a:solidFill>
                            <a:srgbClr val="000000"/>
                          </a:solidFill>
                          <a:effectLst/>
                          <a:latin typeface="Tahoma" panose="020B0604030504040204" pitchFamily="34" charset="0"/>
                          <a:ea typeface="Tahoma" panose="020B0604030504040204" pitchFamily="34" charset="0"/>
                          <a:cs typeface="Tahoma" panose="020B0604030504040204" pitchFamily="34" charset="0"/>
                        </a:rPr>
                        <a:t> 4</a:t>
                      </a:r>
                    </a:p>
                  </a:txBody>
                  <a:tcPr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19067314"/>
                  </a:ext>
                </a:extLst>
              </a:tr>
              <a:tr h="901132">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Average Time taken to complete a standard navigation task (e.g., find a specific feature)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1, 16 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30 secs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lnT w="12700" cap="flat" cmpd="sng" algn="ctr">
                      <a:noFill/>
                      <a:prstDash val="solid"/>
                      <a:round/>
                      <a:headEnd type="none" w="med" len="med"/>
                      <a:tailEnd type="none" w="med" len="med"/>
                    </a:lnT>
                  </a:tcPr>
                </a:tc>
                <a:extLst>
                  <a:ext uri="{0D108BD9-81ED-4DB2-BD59-A6C34878D82A}">
                    <a16:rowId xmlns:a16="http://schemas.microsoft.com/office/drawing/2014/main" val="1375064956"/>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Average Time taken to access the status link  (high priority, low priority)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marL="0" marR="0" lvl="0" indent="0" algn="ctr" defTabSz="914400" rtl="0" eaLnBrk="1" fontAlgn="base" latinLnBrk="0" hangingPunct="1">
                        <a:lnSpc>
                          <a:spcPts val="1350"/>
                        </a:lnSpc>
                        <a:spcBef>
                          <a:spcPts val="360"/>
                        </a:spcBef>
                        <a:spcAft>
                          <a:spcPts val="360"/>
                        </a:spcAft>
                        <a:buClrTx/>
                        <a:buSzTx/>
                        <a:buFontTx/>
                        <a:buNone/>
                        <a:tabLst/>
                        <a:defRPr/>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2, 9, 15</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20 secs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54695" marR="54695" marT="27347" marB="27347" anchor="ctr"/>
                </a:tc>
                <a:extLst>
                  <a:ext uri="{0D108BD9-81ED-4DB2-BD59-A6C34878D82A}">
                    <a16:rowId xmlns:a16="http://schemas.microsoft.com/office/drawing/2014/main" val="2468398909"/>
                  </a:ext>
                </a:extLst>
              </a:tr>
              <a:tr h="771207">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users who complete role-specific tasks error-free within 2 minutes.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of users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3.5 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60 secs (manager) </a:t>
                      </a:r>
                    </a:p>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105 secs (students)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403490263"/>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tickets filtered correctly (out of 20).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15 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4.1 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Preconfigured - Net 0  </a:t>
                      </a:r>
                    </a:p>
                  </a:txBody>
                  <a:tcPr anchor="ctr"/>
                </a:tc>
                <a:extLst>
                  <a:ext uri="{0D108BD9-81ED-4DB2-BD59-A6C34878D82A}">
                    <a16:rowId xmlns:a16="http://schemas.microsoft.com/office/drawing/2014/main" val="2056571251"/>
                  </a:ext>
                </a:extLst>
              </a:tr>
              <a:tr h="582194">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22 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Number of users  completing 5 core tasks without assistance within 45 seconds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350"/>
                        </a:lnSpc>
                        <a:spcBef>
                          <a:spcPts val="360"/>
                        </a:spcBef>
                        <a:spcAft>
                          <a:spcPts val="36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16 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4.8 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algn="ctr" rtl="0" fontAlgn="base">
                        <a:lnSpc>
                          <a:spcPts val="1552"/>
                        </a:lnSpc>
                        <a:spcAft>
                          <a:spcPts val="800"/>
                        </a:spcAft>
                        <a:buNone/>
                      </a:pPr>
                      <a:r>
                        <a:rPr lang="en-US" sz="1300" b="0" u="none">
                          <a:solidFill>
                            <a:schemeClr val="tx1"/>
                          </a:solidFill>
                          <a:effectLst/>
                          <a:latin typeface="Tahoma" panose="020B0604030504040204" pitchFamily="34" charset="0"/>
                          <a:ea typeface="Tahoma" panose="020B0604030504040204" pitchFamily="34" charset="0"/>
                          <a:cs typeface="Tahoma" panose="020B0604030504040204" pitchFamily="34" charset="0"/>
                        </a:rPr>
                        <a:t> Active filtering 10 – 15 secs </a:t>
                      </a:r>
                      <a:endParaRPr lang="en-US" sz="1300" b="0" i="0" u="non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79204150"/>
                  </a:ext>
                </a:extLst>
              </a:tr>
            </a:tbl>
          </a:graphicData>
        </a:graphic>
      </p:graphicFrame>
      <p:sp>
        <p:nvSpPr>
          <p:cNvPr id="10" name="TextBox 9">
            <a:extLst>
              <a:ext uri="{FF2B5EF4-FFF2-40B4-BE49-F238E27FC236}">
                <a16:creationId xmlns:a16="http://schemas.microsoft.com/office/drawing/2014/main" id="{8B3092B5-0082-86A8-5CB3-949664A8842B}"/>
              </a:ext>
            </a:extLst>
          </p:cNvPr>
          <p:cNvSpPr txBox="1"/>
          <p:nvPr/>
        </p:nvSpPr>
        <p:spPr>
          <a:xfrm>
            <a:off x="267561" y="787860"/>
            <a:ext cx="11433255"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Final Target Specifications</a:t>
            </a:r>
          </a:p>
        </p:txBody>
      </p:sp>
      <p:sp>
        <p:nvSpPr>
          <p:cNvPr id="3" name="Rectangle 2">
            <a:extLst>
              <a:ext uri="{FF2B5EF4-FFF2-40B4-BE49-F238E27FC236}">
                <a16:creationId xmlns:a16="http://schemas.microsoft.com/office/drawing/2014/main" id="{6E4A1CCD-F47F-396B-F81D-B4CC91618CC9}"/>
              </a:ext>
            </a:extLst>
          </p:cNvPr>
          <p:cNvSpPr/>
          <p:nvPr/>
        </p:nvSpPr>
        <p:spPr>
          <a:xfrm>
            <a:off x="1860416" y="3797385"/>
            <a:ext cx="8247538" cy="6347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2279B9B-6365-34F3-C9A4-7217C537BE11}"/>
              </a:ext>
            </a:extLst>
          </p:cNvPr>
          <p:cNvSpPr/>
          <p:nvPr/>
        </p:nvSpPr>
        <p:spPr>
          <a:xfrm>
            <a:off x="1860416" y="3111649"/>
            <a:ext cx="8247539" cy="6347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EB83A86-C48E-A8FA-1782-B2E266C998A2}"/>
              </a:ext>
            </a:extLst>
          </p:cNvPr>
          <p:cNvSpPr/>
          <p:nvPr/>
        </p:nvSpPr>
        <p:spPr>
          <a:xfrm>
            <a:off x="1860418" y="2224008"/>
            <a:ext cx="8247539" cy="7133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CF13BCD-3A9E-C1CD-2B64-4532485D856D}"/>
              </a:ext>
            </a:extLst>
          </p:cNvPr>
          <p:cNvSpPr txBox="1"/>
          <p:nvPr/>
        </p:nvSpPr>
        <p:spPr>
          <a:xfrm>
            <a:off x="11060708" y="6390538"/>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13 of 15</a:t>
            </a:r>
          </a:p>
        </p:txBody>
      </p:sp>
    </p:spTree>
    <p:extLst>
      <p:ext uri="{BB962C8B-B14F-4D97-AF65-F5344CB8AC3E}">
        <p14:creationId xmlns:p14="http://schemas.microsoft.com/office/powerpoint/2010/main" val="3661387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9816-B97D-2951-0EA0-A4BBA635BB1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90324F8-C994-7016-42C3-AB2237150F80}"/>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488DFE78-8C35-D5C3-4035-59A8751425EB}"/>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05921B90-89FD-94BF-AD9E-CBCB1520EB78}"/>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96E505-CE80-B161-9A9E-3FA0912FCFB4}"/>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1418CC91-1C8B-29FB-EE08-C16CC843F1DD}"/>
              </a:ext>
            </a:extLst>
          </p:cNvPr>
          <p:cNvGraphicFramePr>
            <a:graphicFrameLocks noGrp="1"/>
          </p:cNvGraphicFramePr>
          <p:nvPr>
            <p:extLst>
              <p:ext uri="{D42A27DB-BD31-4B8C-83A1-F6EECF244321}">
                <p14:modId xmlns:p14="http://schemas.microsoft.com/office/powerpoint/2010/main" val="3378099958"/>
              </p:ext>
            </p:extLst>
          </p:nvPr>
        </p:nvGraphicFramePr>
        <p:xfrm>
          <a:off x="353648" y="1320760"/>
          <a:ext cx="8690805" cy="5352285"/>
        </p:xfrm>
        <a:graphic>
          <a:graphicData uri="http://schemas.openxmlformats.org/drawingml/2006/table">
            <a:tbl>
              <a:tblPr>
                <a:tableStyleId>{9D7B26C5-4107-4FEC-AEDC-1716B250A1EF}</a:tableStyleId>
              </a:tblPr>
              <a:tblGrid>
                <a:gridCol w="4699033">
                  <a:extLst>
                    <a:ext uri="{9D8B030D-6E8A-4147-A177-3AD203B41FA5}">
                      <a16:colId xmlns:a16="http://schemas.microsoft.com/office/drawing/2014/main" val="3783354082"/>
                    </a:ext>
                  </a:extLst>
                </a:gridCol>
                <a:gridCol w="1995886">
                  <a:extLst>
                    <a:ext uri="{9D8B030D-6E8A-4147-A177-3AD203B41FA5}">
                      <a16:colId xmlns:a16="http://schemas.microsoft.com/office/drawing/2014/main" val="3357116468"/>
                    </a:ext>
                  </a:extLst>
                </a:gridCol>
                <a:gridCol w="1995886">
                  <a:extLst>
                    <a:ext uri="{9D8B030D-6E8A-4147-A177-3AD203B41FA5}">
                      <a16:colId xmlns:a16="http://schemas.microsoft.com/office/drawing/2014/main" val="316032582"/>
                    </a:ext>
                  </a:extLst>
                </a:gridCol>
              </a:tblGrid>
              <a:tr h="443827">
                <a:tc>
                  <a:txBody>
                    <a:bodyPr/>
                    <a:lstStyle/>
                    <a:p>
                      <a:pPr algn="ctr" fontAlgn="b"/>
                      <a:r>
                        <a:rPr lang="en-US" sz="1300" b="1" u="none" strike="noStrike">
                          <a:solidFill>
                            <a:schemeClr val="tx1"/>
                          </a:solidFill>
                          <a:effectLst/>
                          <a:latin typeface="Tahoma"/>
                          <a:ea typeface="Tahoma"/>
                          <a:cs typeface="Tahoma"/>
                        </a:rPr>
                        <a:t>Questions For SUS</a:t>
                      </a:r>
                      <a:endParaRPr lang="en-US" sz="1300" b="1" i="0" u="none" strike="noStrike">
                        <a:solidFill>
                          <a:schemeClr val="tx1"/>
                        </a:solidFill>
                        <a:effectLst/>
                        <a:latin typeface="Tahoma"/>
                        <a:ea typeface="Tahoma"/>
                        <a:cs typeface="Tahoma"/>
                      </a:endParaRPr>
                    </a:p>
                  </a:txBody>
                  <a:tcPr marL="9525" marR="9525" marT="9525" marB="0" anchor="ctr">
                    <a:lnT w="12700">
                      <a:solidFill>
                        <a:schemeClr val="tx1"/>
                      </a:solidFill>
                    </a:lnT>
                    <a:lnB w="12700" cap="flat" cmpd="sng" algn="ctr">
                      <a:solidFill>
                        <a:schemeClr val="tx1"/>
                      </a:solidFill>
                      <a:prstDash val="solid"/>
                      <a:round/>
                      <a:headEnd type="none" w="med" len="med"/>
                      <a:tailEnd type="none" w="med" len="med"/>
                    </a:lnB>
                  </a:tcPr>
                </a:tc>
                <a:tc>
                  <a:txBody>
                    <a:bodyPr/>
                    <a:lstStyle/>
                    <a:p>
                      <a:pPr algn="ctr" fontAlgn="b"/>
                      <a:r>
                        <a:rPr lang="en-US" sz="1300" b="1" u="none" strike="noStrike">
                          <a:solidFill>
                            <a:schemeClr val="tx1"/>
                          </a:solidFill>
                          <a:effectLst/>
                          <a:latin typeface="Tahoma"/>
                          <a:ea typeface="Tahoma"/>
                          <a:cs typeface="Tahoma"/>
                        </a:rPr>
                        <a:t>Ratings given</a:t>
                      </a:r>
                      <a:endParaRPr lang="en-US" sz="1300" b="1" i="0" u="none" strike="noStrike">
                        <a:solidFill>
                          <a:schemeClr val="tx1"/>
                        </a:solidFill>
                        <a:effectLst/>
                        <a:latin typeface="Tahoma"/>
                        <a:ea typeface="Tahoma"/>
                        <a:cs typeface="Tahoma"/>
                      </a:endParaRPr>
                    </a:p>
                  </a:txBody>
                  <a:tcPr marL="9525" marR="9525" marT="9525" marB="0" anchor="ct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lgn="ctr">
                        <a:buNone/>
                      </a:pPr>
                      <a:r>
                        <a:rPr lang="en-US" sz="1300" b="1">
                          <a:latin typeface="Tahoma"/>
                        </a:rPr>
                        <a:t>Adjusted Score</a:t>
                      </a:r>
                    </a:p>
                  </a:txBody>
                  <a:tcPr anchor="ctr">
                    <a:lnR>
                      <a:noFill/>
                    </a:lnR>
                    <a:lnT w="12700">
                      <a:solidFill>
                        <a:schemeClr val="tx1"/>
                      </a:solidFill>
                    </a:lnT>
                    <a:lnB w="12700">
                      <a:solidFill>
                        <a:schemeClr val="tx1"/>
                      </a:solidFill>
                    </a:lnB>
                    <a:noFill/>
                  </a:tcPr>
                </a:tc>
                <a:extLst>
                  <a:ext uri="{0D108BD9-81ED-4DB2-BD59-A6C34878D82A}">
                    <a16:rowId xmlns:a16="http://schemas.microsoft.com/office/drawing/2014/main" val="1193384653"/>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found the system unnecessarily complex.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US" sz="1300" b="0" u="none" strike="noStrike">
                          <a:solidFill>
                            <a:schemeClr val="tx1"/>
                          </a:solidFill>
                          <a:effectLst/>
                          <a:latin typeface="Tahoma"/>
                          <a:ea typeface="Tahoma"/>
                          <a:cs typeface="Tahoma"/>
                        </a:rPr>
                        <a:t>1</a:t>
                      </a:r>
                      <a:endParaRPr lang="en-US" sz="1300" b="0" i="0" u="none" strike="noStrike">
                        <a:solidFill>
                          <a:schemeClr val="tx1"/>
                        </a:solidFill>
                        <a:effectLst/>
                        <a:latin typeface="Tahoma"/>
                        <a:ea typeface="Tahoma"/>
                        <a:cs typeface="Tahoma"/>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lvl="0" algn="ctr">
                        <a:buNone/>
                      </a:pPr>
                      <a:r>
                        <a:rPr lang="en-US"/>
                        <a:t>4</a:t>
                      </a:r>
                    </a:p>
                  </a:txBody>
                  <a:tcPr anchor="ctr">
                    <a:lnR>
                      <a:noFill/>
                    </a:lnR>
                    <a:lnT w="12700">
                      <a:solidFill>
                        <a:schemeClr val="tx1"/>
                      </a:solidFill>
                    </a:lnT>
                    <a:lnB>
                      <a:noFill/>
                    </a:lnB>
                    <a:noFill/>
                  </a:tcPr>
                </a:tc>
                <a:extLst>
                  <a:ext uri="{0D108BD9-81ED-4DB2-BD59-A6C34878D82A}">
                    <a16:rowId xmlns:a16="http://schemas.microsoft.com/office/drawing/2014/main" val="1475179045"/>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thought the system was easy to use.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4</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3</a:t>
                      </a:r>
                    </a:p>
                  </a:txBody>
                  <a:tcPr anchor="ctr">
                    <a:lnR>
                      <a:noFill/>
                    </a:lnR>
                    <a:lnT>
                      <a:noFill/>
                    </a:lnT>
                    <a:lnB>
                      <a:noFill/>
                    </a:lnB>
                    <a:noFill/>
                  </a:tcPr>
                </a:tc>
                <a:extLst>
                  <a:ext uri="{0D108BD9-81ED-4DB2-BD59-A6C34878D82A}">
                    <a16:rowId xmlns:a16="http://schemas.microsoft.com/office/drawing/2014/main" val="3015320912"/>
                  </a:ext>
                </a:extLst>
              </a:tr>
              <a:tr h="61574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think that I would need the support of a technical person to be able to use this system.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5</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0</a:t>
                      </a:r>
                    </a:p>
                  </a:txBody>
                  <a:tcPr anchor="ctr">
                    <a:lnR>
                      <a:noFill/>
                    </a:lnR>
                    <a:lnT>
                      <a:noFill/>
                    </a:lnT>
                    <a:lnB>
                      <a:noFill/>
                    </a:lnB>
                    <a:noFill/>
                  </a:tcPr>
                </a:tc>
                <a:extLst>
                  <a:ext uri="{0D108BD9-81ED-4DB2-BD59-A6C34878D82A}">
                    <a16:rowId xmlns:a16="http://schemas.microsoft.com/office/drawing/2014/main" val="3563584607"/>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found the various functions in this system were well integrated.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3</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2</a:t>
                      </a:r>
                    </a:p>
                  </a:txBody>
                  <a:tcPr anchor="ctr">
                    <a:lnR>
                      <a:noFill/>
                    </a:lnR>
                    <a:lnT>
                      <a:noFill/>
                    </a:lnT>
                    <a:lnB>
                      <a:noFill/>
                    </a:lnB>
                    <a:noFill/>
                  </a:tcPr>
                </a:tc>
                <a:extLst>
                  <a:ext uri="{0D108BD9-81ED-4DB2-BD59-A6C34878D82A}">
                    <a16:rowId xmlns:a16="http://schemas.microsoft.com/office/drawing/2014/main" val="3409058519"/>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thought there was too much inconsistency in this system.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4</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1</a:t>
                      </a:r>
                    </a:p>
                  </a:txBody>
                  <a:tcPr anchor="ctr">
                    <a:lnR>
                      <a:noFill/>
                    </a:lnR>
                    <a:lnT>
                      <a:noFill/>
                    </a:lnT>
                    <a:lnB>
                      <a:noFill/>
                    </a:lnB>
                    <a:noFill/>
                  </a:tcPr>
                </a:tc>
                <a:extLst>
                  <a:ext uri="{0D108BD9-81ED-4DB2-BD59-A6C34878D82A}">
                    <a16:rowId xmlns:a16="http://schemas.microsoft.com/office/drawing/2014/main" val="817956489"/>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would imagine that most people would learn to use this system very quickly.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4</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3</a:t>
                      </a:r>
                    </a:p>
                  </a:txBody>
                  <a:tcPr anchor="ctr">
                    <a:lnR>
                      <a:noFill/>
                    </a:lnR>
                    <a:lnT>
                      <a:noFill/>
                    </a:lnT>
                    <a:lnB>
                      <a:noFill/>
                    </a:lnB>
                    <a:noFill/>
                  </a:tcPr>
                </a:tc>
                <a:extLst>
                  <a:ext uri="{0D108BD9-81ED-4DB2-BD59-A6C34878D82A}">
                    <a16:rowId xmlns:a16="http://schemas.microsoft.com/office/drawing/2014/main" val="2704487945"/>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felt very confident using the system.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5</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4</a:t>
                      </a:r>
                    </a:p>
                  </a:txBody>
                  <a:tcPr anchor="ctr">
                    <a:lnR>
                      <a:noFill/>
                    </a:lnR>
                    <a:lnT>
                      <a:noFill/>
                    </a:lnT>
                    <a:lnB>
                      <a:noFill/>
                    </a:lnB>
                    <a:noFill/>
                  </a:tcPr>
                </a:tc>
                <a:extLst>
                  <a:ext uri="{0D108BD9-81ED-4DB2-BD59-A6C34878D82A}">
                    <a16:rowId xmlns:a16="http://schemas.microsoft.com/office/drawing/2014/main" val="500335511"/>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found the system very cumbersome to use.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1</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4</a:t>
                      </a:r>
                    </a:p>
                  </a:txBody>
                  <a:tcPr anchor="ctr">
                    <a:lnR>
                      <a:noFill/>
                    </a:lnR>
                    <a:lnT>
                      <a:noFill/>
                    </a:lnT>
                    <a:lnB>
                      <a:noFill/>
                    </a:lnB>
                    <a:noFill/>
                  </a:tcPr>
                </a:tc>
                <a:extLst>
                  <a:ext uri="{0D108BD9-81ED-4DB2-BD59-A6C34878D82A}">
                    <a16:rowId xmlns:a16="http://schemas.microsoft.com/office/drawing/2014/main" val="3109552227"/>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needed to learn a lot of things before I could get going with this system. </a:t>
                      </a:r>
                      <a:endParaRPr lang="en-US" sz="1300" b="0" u="none" strike="noStrike">
                        <a:solidFill>
                          <a:schemeClr val="tx1"/>
                        </a:solidFill>
                        <a:effectLst/>
                        <a:latin typeface="Tahoma"/>
                        <a:ea typeface="Tahoma"/>
                        <a:cs typeface="Tahoma"/>
                      </a:endParaRP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1</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4</a:t>
                      </a:r>
                    </a:p>
                  </a:txBody>
                  <a:tcPr anchor="ctr">
                    <a:lnR>
                      <a:noFill/>
                    </a:lnR>
                    <a:lnT>
                      <a:noFill/>
                    </a:lnT>
                    <a:lnB>
                      <a:noFill/>
                    </a:lnB>
                    <a:noFill/>
                  </a:tcPr>
                </a:tc>
                <a:extLst>
                  <a:ext uri="{0D108BD9-81ED-4DB2-BD59-A6C34878D82A}">
                    <a16:rowId xmlns:a16="http://schemas.microsoft.com/office/drawing/2014/main" val="193535649"/>
                  </a:ext>
                </a:extLst>
              </a:tr>
              <a:tr h="41350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300" b="0">
                          <a:solidFill>
                            <a:schemeClr val="tx1"/>
                          </a:solidFill>
                          <a:effectLst/>
                          <a:latin typeface="Tahoma"/>
                          <a:ea typeface="Tahoma"/>
                          <a:cs typeface="Tahoma"/>
                        </a:rPr>
                        <a:t>I think that I would like to use this system frequently </a:t>
                      </a:r>
                    </a:p>
                    <a:p>
                      <a:pPr algn="ctr" fontAlgn="b"/>
                      <a:endParaRPr lang="en-US" sz="1300" b="0" i="0" u="none" strike="noStrike">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tc>
                <a:tc>
                  <a:txBody>
                    <a:bodyPr/>
                    <a:lstStyle/>
                    <a:p>
                      <a:pPr algn="ctr" fontAlgn="b"/>
                      <a:r>
                        <a:rPr lang="en-US" sz="1300" b="0" u="none" strike="noStrike">
                          <a:solidFill>
                            <a:schemeClr val="tx1"/>
                          </a:solidFill>
                          <a:effectLst/>
                          <a:latin typeface="Tahoma"/>
                          <a:ea typeface="Tahoma"/>
                          <a:cs typeface="Tahoma"/>
                        </a:rPr>
                        <a:t>4</a:t>
                      </a:r>
                      <a:endParaRPr lang="en-US" sz="1300" b="0" i="0" u="none" strike="noStrike">
                        <a:solidFill>
                          <a:schemeClr val="tx1"/>
                        </a:solidFill>
                        <a:effectLst/>
                        <a:latin typeface="Tahoma"/>
                        <a:ea typeface="Tahoma"/>
                        <a:cs typeface="Tahoma"/>
                      </a:endParaRPr>
                    </a:p>
                  </a:txBody>
                  <a:tcPr marL="9525" marR="9525" marT="9525" marB="0" anchor="ctr"/>
                </a:tc>
                <a:tc>
                  <a:txBody>
                    <a:bodyPr/>
                    <a:lstStyle/>
                    <a:p>
                      <a:pPr lvl="0" algn="ctr">
                        <a:buNone/>
                      </a:pPr>
                      <a:r>
                        <a:rPr lang="en-US"/>
                        <a:t>3</a:t>
                      </a:r>
                    </a:p>
                  </a:txBody>
                  <a:tcPr anchor="ctr">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8056629"/>
                  </a:ext>
                </a:extLst>
              </a:tr>
            </a:tbl>
          </a:graphicData>
        </a:graphic>
      </p:graphicFrame>
      <p:sp>
        <p:nvSpPr>
          <p:cNvPr id="12" name="TextBox 11">
            <a:extLst>
              <a:ext uri="{FF2B5EF4-FFF2-40B4-BE49-F238E27FC236}">
                <a16:creationId xmlns:a16="http://schemas.microsoft.com/office/drawing/2014/main" id="{A9252900-57E5-CE1F-F0E8-3480A9363C3A}"/>
              </a:ext>
            </a:extLst>
          </p:cNvPr>
          <p:cNvSpPr txBox="1"/>
          <p:nvPr/>
        </p:nvSpPr>
        <p:spPr>
          <a:xfrm>
            <a:off x="159985" y="654918"/>
            <a:ext cx="11946126" cy="477054"/>
          </a:xfrm>
          <a:prstGeom prst="rect">
            <a:avLst/>
          </a:prstGeom>
          <a:noFill/>
        </p:spPr>
        <p:txBody>
          <a:bodyPr wrap="square" rtlCol="0">
            <a:spAutoFit/>
          </a:bodyPr>
          <a:lstStyle/>
          <a:p>
            <a:pPr algn="ctr"/>
            <a:r>
              <a:rPr lang="en-US" sz="2500" b="1">
                <a:solidFill>
                  <a:srgbClr val="2E1A47"/>
                </a:solidFill>
                <a:latin typeface="Tahoma" panose="020B0604030504040204" pitchFamily="34" charset="0"/>
                <a:ea typeface="Tahoma" panose="020B0604030504040204" pitchFamily="34" charset="0"/>
                <a:cs typeface="Tahoma" panose="020B0604030504040204" pitchFamily="34" charset="0"/>
              </a:rPr>
              <a:t>SUS Questionnaire Results</a:t>
            </a:r>
          </a:p>
        </p:txBody>
      </p:sp>
      <p:sp>
        <p:nvSpPr>
          <p:cNvPr id="13" name="TextBox 12">
            <a:extLst>
              <a:ext uri="{FF2B5EF4-FFF2-40B4-BE49-F238E27FC236}">
                <a16:creationId xmlns:a16="http://schemas.microsoft.com/office/drawing/2014/main" id="{9ED62F27-4C5E-4E2B-EEBA-8BC6959DC194}"/>
              </a:ext>
            </a:extLst>
          </p:cNvPr>
          <p:cNvSpPr txBox="1"/>
          <p:nvPr/>
        </p:nvSpPr>
        <p:spPr>
          <a:xfrm>
            <a:off x="8640174" y="2219278"/>
            <a:ext cx="2986180" cy="12464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500" b="0" i="0">
                <a:solidFill>
                  <a:srgbClr val="000000"/>
                </a:solidFill>
                <a:effectLst/>
                <a:latin typeface="Tahoma" panose="020B0604030504040204" pitchFamily="34" charset="0"/>
                <a:ea typeface="Tahoma" panose="020B0604030504040204" pitchFamily="34" charset="0"/>
                <a:cs typeface="Tahoma" panose="020B0604030504040204" pitchFamily="34" charset="0"/>
              </a:rPr>
              <a:t>The SUS is a standardized set of 10 statements. Respondents rate each on a </a:t>
            </a:r>
            <a:r>
              <a:rPr lang="en-US" sz="1500" b="1" i="0">
                <a:solidFill>
                  <a:srgbClr val="000000"/>
                </a:solidFill>
                <a:effectLst/>
                <a:latin typeface="Tahoma" panose="020B0604030504040204" pitchFamily="34" charset="0"/>
                <a:ea typeface="Tahoma" panose="020B0604030504040204" pitchFamily="34" charset="0"/>
                <a:cs typeface="Tahoma" panose="020B0604030504040204" pitchFamily="34" charset="0"/>
              </a:rPr>
              <a:t>5-point Likert scale</a:t>
            </a:r>
            <a:r>
              <a:rPr lang="en-US" sz="1500" b="0" i="0">
                <a:solidFill>
                  <a:srgbClr val="000000"/>
                </a:solidFill>
                <a:effectLst/>
                <a:latin typeface="Tahoma" panose="020B0604030504040204" pitchFamily="34" charset="0"/>
                <a:ea typeface="Tahoma" panose="020B0604030504040204" pitchFamily="34" charset="0"/>
                <a:cs typeface="Tahoma" panose="020B0604030504040204" pitchFamily="34" charset="0"/>
              </a:rPr>
              <a:t> from </a:t>
            </a:r>
            <a:r>
              <a:rPr lang="en-US" sz="1500" b="1" i="0">
                <a:solidFill>
                  <a:srgbClr val="000000"/>
                </a:solidFill>
                <a:effectLst/>
                <a:latin typeface="Tahoma" panose="020B0604030504040204" pitchFamily="34" charset="0"/>
                <a:ea typeface="Tahoma" panose="020B0604030504040204" pitchFamily="34" charset="0"/>
                <a:cs typeface="Tahoma" panose="020B0604030504040204" pitchFamily="34" charset="0"/>
              </a:rPr>
              <a:t>1 (Strongly Disagree)</a:t>
            </a:r>
            <a:r>
              <a:rPr lang="en-US" sz="1500" b="0" i="0">
                <a:solidFill>
                  <a:srgbClr val="000000"/>
                </a:solidFill>
                <a:effectLst/>
                <a:latin typeface="Tahoma" panose="020B0604030504040204" pitchFamily="34" charset="0"/>
                <a:ea typeface="Tahoma" panose="020B0604030504040204" pitchFamily="34" charset="0"/>
                <a:cs typeface="Tahoma" panose="020B0604030504040204" pitchFamily="34" charset="0"/>
              </a:rPr>
              <a:t> to </a:t>
            </a:r>
            <a:r>
              <a:rPr lang="en-US" sz="1500" b="1" i="0">
                <a:solidFill>
                  <a:srgbClr val="000000"/>
                </a:solidFill>
                <a:effectLst/>
                <a:latin typeface="Tahoma" panose="020B0604030504040204" pitchFamily="34" charset="0"/>
                <a:ea typeface="Tahoma" panose="020B0604030504040204" pitchFamily="34" charset="0"/>
                <a:cs typeface="Tahoma" panose="020B0604030504040204" pitchFamily="34" charset="0"/>
              </a:rPr>
              <a:t>5 (Strongly Agree)</a:t>
            </a:r>
            <a:r>
              <a:rPr lang="en-US" sz="1500" b="0" i="0">
                <a:solidFill>
                  <a:srgbClr val="000000"/>
                </a:solidFill>
                <a:effectLst/>
                <a:latin typeface="Tahoma" panose="020B0604030504040204" pitchFamily="34" charset="0"/>
                <a:ea typeface="Tahoma" panose="020B0604030504040204" pitchFamily="34" charset="0"/>
                <a:cs typeface="Tahoma" panose="020B0604030504040204" pitchFamily="34" charset="0"/>
              </a:rPr>
              <a:t>. </a:t>
            </a:r>
            <a:endParaRPr lang="en-US" sz="1500">
              <a:latin typeface="Tahoma" panose="020B0604030504040204" pitchFamily="34" charset="0"/>
              <a:ea typeface="Tahoma" panose="020B0604030504040204" pitchFamily="34" charset="0"/>
              <a:cs typeface="Tahoma" panose="020B0604030504040204" pitchFamily="34" charset="0"/>
            </a:endParaRPr>
          </a:p>
        </p:txBody>
      </p:sp>
      <p:sp>
        <p:nvSpPr>
          <p:cNvPr id="14" name="TextBox 13">
            <a:extLst>
              <a:ext uri="{FF2B5EF4-FFF2-40B4-BE49-F238E27FC236}">
                <a16:creationId xmlns:a16="http://schemas.microsoft.com/office/drawing/2014/main" id="{0D5FA7E9-01DC-80BC-47E5-E902EE2B3E21}"/>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14 of 15</a:t>
            </a:r>
          </a:p>
        </p:txBody>
      </p:sp>
      <p:sp>
        <p:nvSpPr>
          <p:cNvPr id="3" name="TextBox 2">
            <a:extLst>
              <a:ext uri="{FF2B5EF4-FFF2-40B4-BE49-F238E27FC236}">
                <a16:creationId xmlns:a16="http://schemas.microsoft.com/office/drawing/2014/main" id="{D72B8000-F713-72DF-891F-B0C76C68B6AA}"/>
              </a:ext>
            </a:extLst>
          </p:cNvPr>
          <p:cNvSpPr txBox="1"/>
          <p:nvPr/>
        </p:nvSpPr>
        <p:spPr>
          <a:xfrm>
            <a:off x="8716488" y="3795707"/>
            <a:ext cx="3211812" cy="646331"/>
          </a:xfrm>
          <a:prstGeom prst="rect">
            <a:avLst/>
          </a:prstGeom>
          <a:noFill/>
        </p:spPr>
        <p:txBody>
          <a:bodyPr wrap="square" rtlCol="0">
            <a:spAutoFit/>
          </a:bodyPr>
          <a:lstStyle/>
          <a:p>
            <a:r>
              <a:rPr lang="en-US" b="1" i="1"/>
              <a:t>Total Raw Score: </a:t>
            </a:r>
            <a:r>
              <a:rPr lang="en-US"/>
              <a:t>4 + 3 + 0 + 2 + 1 + 3 + 4 + 4 + 4 + 3 = </a:t>
            </a:r>
            <a:r>
              <a:rPr lang="en-US" b="1" u="sng"/>
              <a:t>28</a:t>
            </a:r>
          </a:p>
        </p:txBody>
      </p:sp>
      <p:sp>
        <p:nvSpPr>
          <p:cNvPr id="7" name="TextBox 6">
            <a:extLst>
              <a:ext uri="{FF2B5EF4-FFF2-40B4-BE49-F238E27FC236}">
                <a16:creationId xmlns:a16="http://schemas.microsoft.com/office/drawing/2014/main" id="{88989EE6-C3C2-1503-127B-483B2D3E8D05}"/>
              </a:ext>
            </a:extLst>
          </p:cNvPr>
          <p:cNvSpPr txBox="1"/>
          <p:nvPr/>
        </p:nvSpPr>
        <p:spPr>
          <a:xfrm>
            <a:off x="8716488" y="4638722"/>
            <a:ext cx="3121864" cy="369332"/>
          </a:xfrm>
          <a:prstGeom prst="rect">
            <a:avLst/>
          </a:prstGeom>
          <a:noFill/>
        </p:spPr>
        <p:txBody>
          <a:bodyPr wrap="square" rtlCol="0">
            <a:spAutoFit/>
          </a:bodyPr>
          <a:lstStyle/>
          <a:p>
            <a:r>
              <a:rPr lang="en-US" b="1"/>
              <a:t>Multiply by 2.5: </a:t>
            </a:r>
            <a:r>
              <a:rPr lang="en-US"/>
              <a:t>28 × 2.5 = </a:t>
            </a:r>
            <a:r>
              <a:rPr lang="en-US" b="1" u="sng"/>
              <a:t>70</a:t>
            </a:r>
          </a:p>
        </p:txBody>
      </p:sp>
      <p:sp>
        <p:nvSpPr>
          <p:cNvPr id="8" name="TextBox 7">
            <a:extLst>
              <a:ext uri="{FF2B5EF4-FFF2-40B4-BE49-F238E27FC236}">
                <a16:creationId xmlns:a16="http://schemas.microsoft.com/office/drawing/2014/main" id="{5AF9082A-6B17-5B17-E032-E69D84000D72}"/>
              </a:ext>
            </a:extLst>
          </p:cNvPr>
          <p:cNvSpPr txBox="1"/>
          <p:nvPr/>
        </p:nvSpPr>
        <p:spPr>
          <a:xfrm>
            <a:off x="8716488" y="5258252"/>
            <a:ext cx="3121864" cy="369332"/>
          </a:xfrm>
          <a:prstGeom prst="rect">
            <a:avLst/>
          </a:prstGeom>
          <a:noFill/>
        </p:spPr>
        <p:txBody>
          <a:bodyPr wrap="square" rtlCol="0">
            <a:spAutoFit/>
          </a:bodyPr>
          <a:lstStyle/>
          <a:p>
            <a:pPr algn="ctr"/>
            <a:r>
              <a:rPr lang="en-US" b="1" u="sng"/>
              <a:t>SUS Score: 70</a:t>
            </a:r>
          </a:p>
        </p:txBody>
      </p:sp>
    </p:spTree>
    <p:extLst>
      <p:ext uri="{BB962C8B-B14F-4D97-AF65-F5344CB8AC3E}">
        <p14:creationId xmlns:p14="http://schemas.microsoft.com/office/powerpoint/2010/main" val="466586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4BBE-92FF-9105-6709-4769B09E90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C2CE73-1426-E913-CD4C-452A53CE0835}"/>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0D8D09C6-6003-4E6C-00D5-0D8FF45B4F42}"/>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5AAD855B-1582-15AA-1750-EDAD37A7C6F3}"/>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2593064-1585-1128-94CD-FCC2DF8CBBE4}"/>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26240B2-6C02-25B0-9E0E-F551299086EE}"/>
              </a:ext>
            </a:extLst>
          </p:cNvPr>
          <p:cNvSpPr txBox="1"/>
          <p:nvPr/>
        </p:nvSpPr>
        <p:spPr>
          <a:xfrm>
            <a:off x="361637" y="1567095"/>
            <a:ext cx="11451848" cy="45686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0F875C51-A9FE-52A5-EDAC-0E8AB1A5D7E1}"/>
              </a:ext>
            </a:extLst>
          </p:cNvPr>
          <p:cNvSpPr txBox="1"/>
          <p:nvPr/>
        </p:nvSpPr>
        <p:spPr>
          <a:xfrm>
            <a:off x="267562" y="1670114"/>
            <a:ext cx="1144834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500">
              <a:latin typeface="Tahoma" panose="020B0604030504040204" pitchFamily="34" charset="0"/>
              <a:ea typeface="Tahoma" panose="020B0604030504040204" pitchFamily="34" charset="0"/>
              <a:cs typeface="Tahoma" panose="020B0604030504040204" pitchFamily="34" charset="0"/>
            </a:endParaRPr>
          </a:p>
          <a:p>
            <a:pPr marL="342900" indent="-342900">
              <a:lnSpc>
                <a:spcPct val="200000"/>
              </a:lnSpc>
              <a:buAutoNum type="arabicPeriod"/>
            </a:pPr>
            <a:r>
              <a:rPr lang="en-US" sz="1500" b="1">
                <a:latin typeface="Tahoma" panose="020B0604030504040204" pitchFamily="34" charset="0"/>
                <a:ea typeface="Tahoma" panose="020B0604030504040204" pitchFamily="34" charset="0"/>
                <a:cs typeface="Tahoma" panose="020B0604030504040204" pitchFamily="34" charset="0"/>
              </a:rPr>
              <a:t>System Integration:</a:t>
            </a:r>
            <a:r>
              <a:rPr lang="en-US" sz="1500">
                <a:latin typeface="Tahoma" panose="020B0604030504040204" pitchFamily="34" charset="0"/>
                <a:ea typeface="Tahoma" panose="020B0604030504040204" pitchFamily="34" charset="0"/>
                <a:cs typeface="Tahoma" panose="020B0604030504040204" pitchFamily="34" charset="0"/>
              </a:rPr>
              <a:t> Integrate backend components and test system functionality across all campuses.</a:t>
            </a:r>
          </a:p>
          <a:p>
            <a:pPr marL="342900" indent="-342900">
              <a:lnSpc>
                <a:spcPct val="200000"/>
              </a:lnSpc>
              <a:buAutoNum type="arabicPeriod"/>
            </a:pPr>
            <a:r>
              <a:rPr lang="en-US" sz="1500" b="1">
                <a:latin typeface="Tahoma" panose="020B0604030504040204" pitchFamily="34" charset="0"/>
                <a:ea typeface="Tahoma" panose="020B0604030504040204" pitchFamily="34" charset="0"/>
                <a:cs typeface="Tahoma" panose="020B0604030504040204" pitchFamily="34" charset="0"/>
              </a:rPr>
              <a:t>Training:</a:t>
            </a:r>
            <a:r>
              <a:rPr lang="en-US" sz="1500">
                <a:latin typeface="Tahoma" panose="020B0604030504040204" pitchFamily="34" charset="0"/>
                <a:ea typeface="Tahoma" panose="020B0604030504040204" pitchFamily="34" charset="0"/>
                <a:cs typeface="Tahoma" panose="020B0604030504040204" pitchFamily="34" charset="0"/>
              </a:rPr>
              <a:t> Conduct stakeholder-specific training sessions with user guides and videos.</a:t>
            </a:r>
          </a:p>
          <a:p>
            <a:pPr marL="342900" indent="-342900">
              <a:lnSpc>
                <a:spcPct val="200000"/>
              </a:lnSpc>
              <a:buAutoNum type="arabicPeriod"/>
            </a:pPr>
            <a:r>
              <a:rPr lang="en-US" sz="1500" b="1">
                <a:latin typeface="Tahoma" panose="020B0604030504040204" pitchFamily="34" charset="0"/>
                <a:ea typeface="Tahoma" panose="020B0604030504040204" pitchFamily="34" charset="0"/>
                <a:cs typeface="Tahoma" panose="020B0604030504040204" pitchFamily="34" charset="0"/>
              </a:rPr>
              <a:t>Monitoring:</a:t>
            </a:r>
            <a:r>
              <a:rPr lang="en-US" sz="1500">
                <a:latin typeface="Tahoma" panose="020B0604030504040204" pitchFamily="34" charset="0"/>
                <a:ea typeface="Tahoma" panose="020B0604030504040204" pitchFamily="34" charset="0"/>
                <a:cs typeface="Tahoma" panose="020B0604030504040204" pitchFamily="34" charset="0"/>
              </a:rPr>
              <a:t> Track key performance metrics like response time and user satisfaction.</a:t>
            </a:r>
          </a:p>
          <a:p>
            <a:pPr marL="342900" indent="-342900">
              <a:lnSpc>
                <a:spcPct val="200000"/>
              </a:lnSpc>
              <a:buAutoNum type="arabicPeriod"/>
            </a:pPr>
            <a:r>
              <a:rPr lang="en-US" sz="1500" b="1">
                <a:latin typeface="Tahoma" panose="020B0604030504040204" pitchFamily="34" charset="0"/>
                <a:ea typeface="Tahoma" panose="020B0604030504040204" pitchFamily="34" charset="0"/>
                <a:cs typeface="Tahoma" panose="020B0604030504040204" pitchFamily="34" charset="0"/>
              </a:rPr>
              <a:t>Refinement:</a:t>
            </a:r>
            <a:r>
              <a:rPr lang="en-US" sz="1500">
                <a:latin typeface="Tahoma" panose="020B0604030504040204" pitchFamily="34" charset="0"/>
                <a:ea typeface="Tahoma" panose="020B0604030504040204" pitchFamily="34" charset="0"/>
                <a:cs typeface="Tahoma" panose="020B0604030504040204" pitchFamily="34" charset="0"/>
              </a:rPr>
              <a:t> Use user feedback to enhance filters, accessibility, and workflows iteratively.</a:t>
            </a:r>
          </a:p>
          <a:p>
            <a:pPr marL="342900" indent="-342900">
              <a:lnSpc>
                <a:spcPct val="200000"/>
              </a:lnSpc>
              <a:buAutoNum type="arabicPeriod"/>
            </a:pPr>
            <a:r>
              <a:rPr lang="en-US" sz="1500" b="1">
                <a:latin typeface="Tahoma" panose="020B0604030504040204" pitchFamily="34" charset="0"/>
                <a:ea typeface="Tahoma" panose="020B0604030504040204" pitchFamily="34" charset="0"/>
                <a:cs typeface="Tahoma" panose="020B0604030504040204" pitchFamily="34" charset="0"/>
              </a:rPr>
              <a:t>Deployment:</a:t>
            </a:r>
            <a:r>
              <a:rPr lang="en-US" sz="1500">
                <a:latin typeface="Tahoma" panose="020B0604030504040204" pitchFamily="34" charset="0"/>
                <a:ea typeface="Tahoma" panose="020B0604030504040204" pitchFamily="34" charset="0"/>
                <a:cs typeface="Tahoma" panose="020B0604030504040204" pitchFamily="34" charset="0"/>
              </a:rPr>
              <a:t> Roll out the system in Initial, partial, and full phases with dedicated support.</a:t>
            </a:r>
          </a:p>
          <a:p>
            <a:pPr algn="l"/>
            <a:endParaRPr lang="en-US" sz="150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1A362E4B-47D0-9088-C43B-E6C5FE52E826}"/>
              </a:ext>
            </a:extLst>
          </p:cNvPr>
          <p:cNvSpPr txBox="1"/>
          <p:nvPr/>
        </p:nvSpPr>
        <p:spPr>
          <a:xfrm>
            <a:off x="267562" y="787860"/>
            <a:ext cx="11727214" cy="523220"/>
          </a:xfrm>
          <a:prstGeom prst="rect">
            <a:avLst/>
          </a:prstGeom>
          <a:noFill/>
        </p:spPr>
        <p:txBody>
          <a:bodyPr wrap="square" rtlCol="0">
            <a:spAutoFit/>
          </a:bodyPr>
          <a:lstStyle/>
          <a:p>
            <a:pPr algn="ctr"/>
            <a:r>
              <a:rPr lang="en-US" sz="2800" b="1" i="0">
                <a:solidFill>
                  <a:srgbClr val="2E1A47"/>
                </a:solidFill>
                <a:effectLst/>
                <a:latin typeface="Tahoma" panose="020B0604030504040204" pitchFamily="34" charset="0"/>
                <a:ea typeface="Tahoma" panose="020B0604030504040204" pitchFamily="34" charset="0"/>
                <a:cs typeface="Tahoma" panose="020B0604030504040204" pitchFamily="34" charset="0"/>
              </a:rPr>
              <a:t>Next Steps required to implement the system</a:t>
            </a:r>
            <a:endParaRPr lang="en-US" sz="2500" b="1">
              <a:solidFill>
                <a:srgbClr val="2E1A47"/>
              </a:solidFill>
              <a:latin typeface="Tahoma" panose="020B0604030504040204" pitchFamily="34" charset="0"/>
              <a:ea typeface="Tahoma" panose="020B0604030504040204" pitchFamily="34" charset="0"/>
              <a:cs typeface="Tahoma" panose="020B0604030504040204" pitchFamily="34" charset="0"/>
            </a:endParaRPr>
          </a:p>
        </p:txBody>
      </p:sp>
      <p:sp>
        <p:nvSpPr>
          <p:cNvPr id="3" name="TextBox 2">
            <a:extLst>
              <a:ext uri="{FF2B5EF4-FFF2-40B4-BE49-F238E27FC236}">
                <a16:creationId xmlns:a16="http://schemas.microsoft.com/office/drawing/2014/main" id="{AB74EDB3-4717-0E5D-C1ED-2180FC29421F}"/>
              </a:ext>
            </a:extLst>
          </p:cNvPr>
          <p:cNvSpPr txBox="1"/>
          <p:nvPr/>
        </p:nvSpPr>
        <p:spPr>
          <a:xfrm>
            <a:off x="11060708" y="6345249"/>
            <a:ext cx="1131292" cy="369332"/>
          </a:xfrm>
          <a:prstGeom prst="rect">
            <a:avLst/>
          </a:prstGeom>
          <a:noFill/>
        </p:spPr>
        <p:txBody>
          <a:bodyPr wrap="square" rtlCol="0">
            <a:spAutoFit/>
          </a:bodyPr>
          <a:lstStyle/>
          <a:p>
            <a:pPr algn="r"/>
            <a:r>
              <a:rPr lang="en-US" b="1">
                <a:latin typeface="Tahoma" panose="020B0604030504040204" pitchFamily="34" charset="0"/>
                <a:ea typeface="Tahoma" panose="020B0604030504040204" pitchFamily="34" charset="0"/>
                <a:cs typeface="Tahoma" panose="020B0604030504040204" pitchFamily="34" charset="0"/>
              </a:rPr>
              <a:t>15 of 15</a:t>
            </a:r>
          </a:p>
        </p:txBody>
      </p:sp>
    </p:spTree>
    <p:extLst>
      <p:ext uri="{BB962C8B-B14F-4D97-AF65-F5344CB8AC3E}">
        <p14:creationId xmlns:p14="http://schemas.microsoft.com/office/powerpoint/2010/main" val="1881290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D6944-2AAE-D7C7-65B1-D4132B8AE7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2C3CAA-924A-97A3-2228-420AE0D95D3D}"/>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6ABE6C98-2540-CC27-0CA5-2DB486282209}"/>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D5643F73-0900-A2F9-F2F4-C1904978F85A}"/>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2319FE-8C41-44CB-AFBC-9E245CD04799}"/>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F0E9071-DE5B-DA54-0B4A-3C784EE61612}"/>
              </a:ext>
            </a:extLst>
          </p:cNvPr>
          <p:cNvSpPr txBox="1"/>
          <p:nvPr/>
        </p:nvSpPr>
        <p:spPr>
          <a:xfrm>
            <a:off x="361637" y="1567095"/>
            <a:ext cx="11451848" cy="45686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2E58FFFF-AB45-BB6B-6019-1AF3E18C2512}"/>
              </a:ext>
            </a:extLst>
          </p:cNvPr>
          <p:cNvSpPr txBox="1"/>
          <p:nvPr/>
        </p:nvSpPr>
        <p:spPr>
          <a:xfrm>
            <a:off x="267562" y="1712283"/>
            <a:ext cx="1144834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0" i="0" u="none" strike="noStrike" cap="none">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Ulrich, K. T., &amp; Eppinger, S. D. (2016). </a:t>
            </a:r>
            <a:r>
              <a:rPr lang="en-US" sz="1500" b="0" i="1" u="none" strike="noStrike" cap="none">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Product design and development</a:t>
            </a:r>
            <a:r>
              <a:rPr lang="en-US" sz="1500" b="0" i="0" u="none" strike="noStrike" cap="none">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 </a:t>
            </a:r>
            <a:r>
              <a:rPr lang="en-US" sz="1500" b="0" i="0" u="none" strike="noStrike" cap="none" err="1">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McGraw-hill</a:t>
            </a:r>
            <a:r>
              <a:rPr lang="en-US" sz="1500" b="0" i="0" u="none" strike="noStrike" cap="none">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a:t>
            </a:r>
            <a:endParaRPr lang="en-US" sz="1500">
              <a:latin typeface="Tahoma" panose="020B0604030504040204" pitchFamily="34" charset="0"/>
              <a:ea typeface="Tahoma" panose="020B0604030504040204" pitchFamily="34" charset="0"/>
              <a:cs typeface="Tahoma" panose="020B0604030504040204" pitchFamily="34" charset="0"/>
            </a:endParaRPr>
          </a:p>
          <a:p>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F1E7D17D-8B86-4003-DC1C-3315979584EA}"/>
              </a:ext>
            </a:extLst>
          </p:cNvPr>
          <p:cNvSpPr txBox="1"/>
          <p:nvPr/>
        </p:nvSpPr>
        <p:spPr>
          <a:xfrm>
            <a:off x="267561" y="787860"/>
            <a:ext cx="11838549" cy="523220"/>
          </a:xfrm>
          <a:prstGeom prst="rect">
            <a:avLst/>
          </a:prstGeom>
          <a:noFill/>
        </p:spPr>
        <p:txBody>
          <a:bodyPr wrap="square" rtlCol="0">
            <a:spAutoFit/>
          </a:bodyPr>
          <a:lstStyle/>
          <a:p>
            <a:pPr algn="ctr"/>
            <a:r>
              <a:rPr lang="en-US" sz="2800" b="1" i="0">
                <a:solidFill>
                  <a:srgbClr val="2E1A47"/>
                </a:solidFill>
                <a:effectLst/>
                <a:latin typeface="Tahoma" panose="020B0604030504040204" pitchFamily="34" charset="0"/>
                <a:ea typeface="Tahoma" panose="020B0604030504040204" pitchFamily="34" charset="0"/>
                <a:cs typeface="Tahoma" panose="020B0604030504040204" pitchFamily="34" charset="0"/>
              </a:rPr>
              <a:t>References</a:t>
            </a:r>
            <a:endParaRPr lang="en-US" sz="2500" b="1">
              <a:solidFill>
                <a:srgbClr val="2E1A47"/>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8552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2AA5-2960-75E7-15F5-993221BE70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C6A63-056F-979F-5341-4C0680BE0FB9}"/>
              </a:ext>
            </a:extLst>
          </p:cNvPr>
          <p:cNvSpPr/>
          <p:nvPr/>
        </p:nvSpPr>
        <p:spPr>
          <a:xfrm>
            <a:off x="0" y="0"/>
            <a:ext cx="12192000" cy="487110"/>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AI-generated content may be incorrect.">
            <a:extLst>
              <a:ext uri="{FF2B5EF4-FFF2-40B4-BE49-F238E27FC236}">
                <a16:creationId xmlns:a16="http://schemas.microsoft.com/office/drawing/2014/main" id="{BA12355A-DF68-C62B-2087-D402396A7CDF}"/>
              </a:ext>
            </a:extLst>
          </p:cNvPr>
          <p:cNvPicPr>
            <a:picLocks noChangeAspect="1"/>
          </p:cNvPicPr>
          <p:nvPr/>
        </p:nvPicPr>
        <p:blipFill>
          <a:blip r:embed="rId3"/>
          <a:stretch>
            <a:fillRect/>
          </a:stretch>
        </p:blipFill>
        <p:spPr>
          <a:xfrm>
            <a:off x="10174702" y="-12515"/>
            <a:ext cx="1931409" cy="487110"/>
          </a:xfrm>
          <a:prstGeom prst="rect">
            <a:avLst/>
          </a:prstGeom>
        </p:spPr>
      </p:pic>
      <p:sp>
        <p:nvSpPr>
          <p:cNvPr id="5" name="Rectangle 4">
            <a:extLst>
              <a:ext uri="{FF2B5EF4-FFF2-40B4-BE49-F238E27FC236}">
                <a16:creationId xmlns:a16="http://schemas.microsoft.com/office/drawing/2014/main" id="{14F86E95-BF0A-CD26-E13B-0A9AC8B0B604}"/>
              </a:ext>
            </a:extLst>
          </p:cNvPr>
          <p:cNvSpPr/>
          <p:nvPr/>
        </p:nvSpPr>
        <p:spPr>
          <a:xfrm>
            <a:off x="0" y="512751"/>
            <a:ext cx="12192000" cy="68366"/>
          </a:xfrm>
          <a:prstGeom prst="rect">
            <a:avLst/>
          </a:prstGeom>
          <a:solidFill>
            <a:srgbClr val="FD6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34CEBA-416A-D853-1657-4004209C9E69}"/>
              </a:ext>
            </a:extLst>
          </p:cNvPr>
          <p:cNvSpPr/>
          <p:nvPr/>
        </p:nvSpPr>
        <p:spPr>
          <a:xfrm>
            <a:off x="0" y="6742546"/>
            <a:ext cx="12192000" cy="115454"/>
          </a:xfrm>
          <a:prstGeom prst="rect">
            <a:avLst/>
          </a:prstGeom>
          <a:solidFill>
            <a:srgbClr val="2E1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269749-F059-AE5D-F13C-33FCE396B007}"/>
              </a:ext>
            </a:extLst>
          </p:cNvPr>
          <p:cNvSpPr txBox="1"/>
          <p:nvPr/>
        </p:nvSpPr>
        <p:spPr>
          <a:xfrm>
            <a:off x="443406" y="1904933"/>
            <a:ext cx="11451848" cy="45686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TextBox 15">
            <a:extLst>
              <a:ext uri="{FF2B5EF4-FFF2-40B4-BE49-F238E27FC236}">
                <a16:creationId xmlns:a16="http://schemas.microsoft.com/office/drawing/2014/main" id="{2E8FBF8A-8352-112D-A018-573009C2EC25}"/>
              </a:ext>
            </a:extLst>
          </p:cNvPr>
          <p:cNvSpPr txBox="1"/>
          <p:nvPr/>
        </p:nvSpPr>
        <p:spPr>
          <a:xfrm>
            <a:off x="4800652" y="3084140"/>
            <a:ext cx="1144834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0" i="0" u="none" strike="noStrike" cap="none">
                <a:solidFill>
                  <a:srgbClr val="222222"/>
                </a:solidFill>
                <a:latin typeface="Tahoma" panose="020B0604030504040204" pitchFamily="34" charset="0"/>
                <a:ea typeface="Tahoma" panose="020B0604030504040204" pitchFamily="34" charset="0"/>
                <a:cs typeface="Tahoma" panose="020B0604030504040204" pitchFamily="34" charset="0"/>
                <a:sym typeface="Times New Roman"/>
              </a:rPr>
              <a:t>Questions?</a:t>
            </a:r>
            <a:endParaRPr lang="en-US" sz="300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81635170-3C38-7ED7-AC6A-AE44D76CF931}"/>
              </a:ext>
            </a:extLst>
          </p:cNvPr>
          <p:cNvSpPr txBox="1"/>
          <p:nvPr/>
        </p:nvSpPr>
        <p:spPr>
          <a:xfrm>
            <a:off x="4538005" y="2603849"/>
            <a:ext cx="2460930" cy="523220"/>
          </a:xfrm>
          <a:prstGeom prst="rect">
            <a:avLst/>
          </a:prstGeom>
          <a:noFill/>
        </p:spPr>
        <p:txBody>
          <a:bodyPr wrap="none" rtlCol="0">
            <a:spAutoFit/>
          </a:bodyPr>
          <a:lstStyle/>
          <a:p>
            <a:r>
              <a:rPr lang="en-US" sz="2800" b="1" i="0">
                <a:solidFill>
                  <a:srgbClr val="2E1A47"/>
                </a:solidFill>
                <a:effectLst/>
                <a:latin typeface="Tahoma" panose="020B0604030504040204" pitchFamily="34" charset="0"/>
                <a:ea typeface="Tahoma" panose="020B0604030504040204" pitchFamily="34" charset="0"/>
                <a:cs typeface="Tahoma" panose="020B0604030504040204" pitchFamily="34" charset="0"/>
              </a:rPr>
              <a:t>THANK YOU!</a:t>
            </a:r>
            <a:endParaRPr lang="en-US" sz="2500" b="1">
              <a:solidFill>
                <a:srgbClr val="2E1A47"/>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78492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Dashboard Interface Design for IT Ticketing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2025-04-22T15:10:05Z</dcterms:created>
  <dcterms:modified xsi:type="dcterms:W3CDTF">2025-04-24T18:53:35Z</dcterms:modified>
</cp:coreProperties>
</file>